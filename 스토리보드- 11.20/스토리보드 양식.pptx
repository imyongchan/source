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양식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44466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8514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</Words>
  <Application>Microsoft Office PowerPoint</Application>
  <PresentationFormat>와이드스크린</PresentationFormat>
  <Paragraphs>17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스토리보드 양식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do yun choi</cp:lastModifiedBy>
  <cp:revision>4</cp:revision>
  <dcterms:created xsi:type="dcterms:W3CDTF">2025-11-24T01:38:34Z</dcterms:created>
  <dcterms:modified xsi:type="dcterms:W3CDTF">2025-11-24T02:19:17Z</dcterms:modified>
</cp:coreProperties>
</file>