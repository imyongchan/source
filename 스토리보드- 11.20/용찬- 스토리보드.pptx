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2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양식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8533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62278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메인페이지로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이동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안맞을시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경고창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html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5" y="2656115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5" y="311550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27515" y="3587018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006271"/>
            <a:ext cx="3732952" cy="119722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3C31514-5405-B6DA-BDC4-CB05351DAC1C}"/>
              </a:ext>
            </a:extLst>
          </p:cNvPr>
          <p:cNvSpPr/>
          <p:nvPr/>
        </p:nvSpPr>
        <p:spPr>
          <a:xfrm>
            <a:off x="2174103" y="375680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77B9C2-4283-AD64-4416-70664BF1669B}"/>
              </a:ext>
            </a:extLst>
          </p:cNvPr>
          <p:cNvSpPr/>
          <p:nvPr/>
        </p:nvSpPr>
        <p:spPr>
          <a:xfrm>
            <a:off x="3395015" y="4473764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8017755-3249-B3EE-08EA-7BF7CDC3421D}"/>
              </a:ext>
            </a:extLst>
          </p:cNvPr>
          <p:cNvSpPr/>
          <p:nvPr/>
        </p:nvSpPr>
        <p:spPr>
          <a:xfrm>
            <a:off x="4354789" y="5336091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55177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Sign-up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main&gt;login&gt;sign-up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589018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입력한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비밀번호랑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맞는 비밀번호인지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업종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직종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산재여부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CheckBox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6.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필수입력 조건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업종</a:t>
                      </a:r>
                      <a:endParaRPr lang="en-US" altLang="ko-KR" sz="1100" b="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직무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집주소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직장주소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산재여부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291766" y="1926458"/>
            <a:ext cx="6105379" cy="41499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회원가입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로그인 정보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아이디 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	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비밀번호 확인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회원정보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이름</a:t>
            </a:r>
            <a:r>
              <a:rPr lang="en-US" altLang="ko-KR" sz="1000" dirty="0">
                <a:solidFill>
                  <a:schemeClr val="tx1"/>
                </a:solidFill>
              </a:rPr>
              <a:t>:                                   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나이 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업종</a:t>
            </a:r>
            <a:r>
              <a:rPr lang="en-US" altLang="ko-KR" sz="1000" dirty="0">
                <a:solidFill>
                  <a:schemeClr val="tx1"/>
                </a:solidFill>
              </a:rPr>
              <a:t>:                                                      *</a:t>
            </a:r>
            <a:r>
              <a:rPr lang="ko-KR" altLang="en-US" sz="1000" dirty="0">
                <a:solidFill>
                  <a:schemeClr val="tx1"/>
                </a:solidFill>
              </a:rPr>
              <a:t>직무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집 주소</a:t>
            </a:r>
            <a:r>
              <a:rPr lang="en-US" altLang="ko-KR" sz="1000" dirty="0">
                <a:solidFill>
                  <a:schemeClr val="tx1"/>
                </a:solidFill>
              </a:rPr>
              <a:t>:                                                  *</a:t>
            </a:r>
            <a:r>
              <a:rPr lang="ko-KR" altLang="en-US" sz="1000" dirty="0">
                <a:solidFill>
                  <a:schemeClr val="tx1"/>
                </a:solidFill>
              </a:rPr>
              <a:t>직장주소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call:                                     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이메일</a:t>
            </a:r>
            <a:r>
              <a:rPr lang="en-US" altLang="ko-KR" sz="1000" dirty="0">
                <a:solidFill>
                  <a:schemeClr val="tx1"/>
                </a:solidFill>
              </a:rPr>
              <a:t>:    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산재 여부</a:t>
            </a:r>
            <a:r>
              <a:rPr lang="en-US" altLang="ko-KR" sz="1000" dirty="0">
                <a:solidFill>
                  <a:schemeClr val="tx1"/>
                </a:solidFill>
              </a:rPr>
              <a:t>: 			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618401" y="3047266"/>
            <a:ext cx="3854548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618401" y="3360849"/>
            <a:ext cx="3854548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618401" y="3687387"/>
            <a:ext cx="3854548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74F7F1A-CC96-40B2-305B-4D02CC1CA2CA}"/>
              </a:ext>
            </a:extLst>
          </p:cNvPr>
          <p:cNvSpPr/>
          <p:nvPr/>
        </p:nvSpPr>
        <p:spPr>
          <a:xfrm>
            <a:off x="2130713" y="433673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C7D21EB-D776-2FCA-7E17-F492A9AD87C2}"/>
              </a:ext>
            </a:extLst>
          </p:cNvPr>
          <p:cNvSpPr/>
          <p:nvPr/>
        </p:nvSpPr>
        <p:spPr>
          <a:xfrm>
            <a:off x="4946813" y="434046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9141DAB-16E9-1026-15D7-32881BD266E2}"/>
              </a:ext>
            </a:extLst>
          </p:cNvPr>
          <p:cNvSpPr/>
          <p:nvPr/>
        </p:nvSpPr>
        <p:spPr>
          <a:xfrm>
            <a:off x="2130713" y="464219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E610E94-78BA-EE96-F26F-CD2ABA1F0B18}"/>
              </a:ext>
            </a:extLst>
          </p:cNvPr>
          <p:cNvSpPr/>
          <p:nvPr/>
        </p:nvSpPr>
        <p:spPr>
          <a:xfrm>
            <a:off x="4946813" y="462977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86544B7-03F1-2025-FC12-96DF051CDB49}"/>
              </a:ext>
            </a:extLst>
          </p:cNvPr>
          <p:cNvSpPr/>
          <p:nvPr/>
        </p:nvSpPr>
        <p:spPr>
          <a:xfrm>
            <a:off x="2130711" y="493472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DC1332F-A6F2-060F-3111-17E570FBD692}"/>
              </a:ext>
            </a:extLst>
          </p:cNvPr>
          <p:cNvSpPr/>
          <p:nvPr/>
        </p:nvSpPr>
        <p:spPr>
          <a:xfrm>
            <a:off x="4946812" y="494335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332F26F-25BD-CC74-317A-A7ACBDA8F15E}"/>
              </a:ext>
            </a:extLst>
          </p:cNvPr>
          <p:cNvSpPr/>
          <p:nvPr/>
        </p:nvSpPr>
        <p:spPr>
          <a:xfrm>
            <a:off x="2130712" y="524018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EBE3695-A351-1FB1-A6AA-8D33D0B6328A}"/>
              </a:ext>
            </a:extLst>
          </p:cNvPr>
          <p:cNvSpPr/>
          <p:nvPr/>
        </p:nvSpPr>
        <p:spPr>
          <a:xfrm>
            <a:off x="4946812" y="525343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92CEB9D-F0B5-4872-498A-5164D8279F1F}"/>
              </a:ext>
            </a:extLst>
          </p:cNvPr>
          <p:cNvSpPr/>
          <p:nvPr/>
        </p:nvSpPr>
        <p:spPr>
          <a:xfrm>
            <a:off x="2379642" y="5575541"/>
            <a:ext cx="689769" cy="2169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Yes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B6A6373-512A-D5A9-280F-2DBD5E9D158A}"/>
              </a:ext>
            </a:extLst>
          </p:cNvPr>
          <p:cNvSpPr/>
          <p:nvPr/>
        </p:nvSpPr>
        <p:spPr>
          <a:xfrm>
            <a:off x="3183590" y="5575540"/>
            <a:ext cx="689769" cy="2169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No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CB9AE07-A37E-1A2B-2E32-F4C4F197D6B1}"/>
              </a:ext>
            </a:extLst>
          </p:cNvPr>
          <p:cNvSpPr/>
          <p:nvPr/>
        </p:nvSpPr>
        <p:spPr>
          <a:xfrm>
            <a:off x="4344456" y="5633513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AEF61E5-14E5-6739-E820-DF55D2FF315D}"/>
              </a:ext>
            </a:extLst>
          </p:cNvPr>
          <p:cNvSpPr/>
          <p:nvPr/>
        </p:nvSpPr>
        <p:spPr>
          <a:xfrm>
            <a:off x="6349533" y="3056122"/>
            <a:ext cx="477107" cy="20805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52C6B9-3B07-1057-604C-8A1E81CB4BAB}"/>
              </a:ext>
            </a:extLst>
          </p:cNvPr>
          <p:cNvSpPr/>
          <p:nvPr/>
        </p:nvSpPr>
        <p:spPr>
          <a:xfrm>
            <a:off x="6711579" y="2894923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FEB9432-946D-07F9-4659-9685273919B8}"/>
              </a:ext>
            </a:extLst>
          </p:cNvPr>
          <p:cNvSpPr/>
          <p:nvPr/>
        </p:nvSpPr>
        <p:spPr>
          <a:xfrm>
            <a:off x="1992011" y="4583885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396CD08-B7AB-BB38-A3AD-2B44BF33B30C}"/>
              </a:ext>
            </a:extLst>
          </p:cNvPr>
          <p:cNvSpPr/>
          <p:nvPr/>
        </p:nvSpPr>
        <p:spPr>
          <a:xfrm>
            <a:off x="4713496" y="4560010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6CA717F-DA75-3D7B-1413-D5A4CA89EEA1}"/>
              </a:ext>
            </a:extLst>
          </p:cNvPr>
          <p:cNvSpPr/>
          <p:nvPr/>
        </p:nvSpPr>
        <p:spPr>
          <a:xfrm>
            <a:off x="4235176" y="5436894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ACABAED-4DE7-0033-8C7D-5520B74939FC}"/>
              </a:ext>
            </a:extLst>
          </p:cNvPr>
          <p:cNvSpPr/>
          <p:nvPr/>
        </p:nvSpPr>
        <p:spPr>
          <a:xfrm>
            <a:off x="6360551" y="3362803"/>
            <a:ext cx="477107" cy="24616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75D4B96-5348-37B9-9954-47B68BE04E3C}"/>
              </a:ext>
            </a:extLst>
          </p:cNvPr>
          <p:cNvSpPr/>
          <p:nvPr/>
        </p:nvSpPr>
        <p:spPr>
          <a:xfrm>
            <a:off x="6347104" y="3681360"/>
            <a:ext cx="477107" cy="24064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1BF5A4B-D73A-3192-A8F8-425AF2BEDE9F}"/>
              </a:ext>
            </a:extLst>
          </p:cNvPr>
          <p:cNvSpPr/>
          <p:nvPr/>
        </p:nvSpPr>
        <p:spPr>
          <a:xfrm>
            <a:off x="6711579" y="3609025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54FD20-793D-5614-0199-0E363CBB5800}"/>
              </a:ext>
            </a:extLst>
          </p:cNvPr>
          <p:cNvSpPr/>
          <p:nvPr/>
        </p:nvSpPr>
        <p:spPr>
          <a:xfrm>
            <a:off x="2268664" y="5731490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413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971718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Location-login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604392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Location-login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r>
              <a:rPr lang="ko-KR" altLang="en-US" sz="1000" b="1" dirty="0">
                <a:solidFill>
                  <a:schemeClr val="tx1"/>
                </a:solidFill>
              </a:rPr>
              <a:t>총 건수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r>
              <a:rPr lang="ko-KR" altLang="en-US" sz="2800" b="1" dirty="0">
                <a:solidFill>
                  <a:schemeClr val="tx1"/>
                </a:solidFill>
              </a:rPr>
              <a:t>🔍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283331-3153-0149-8788-58B566002232}"/>
              </a:ext>
            </a:extLst>
          </p:cNvPr>
          <p:cNvSpPr/>
          <p:nvPr/>
        </p:nvSpPr>
        <p:spPr>
          <a:xfrm>
            <a:off x="1446216" y="214266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27A5AB-AD85-991E-8241-5AF6ECB29F8B}"/>
              </a:ext>
            </a:extLst>
          </p:cNvPr>
          <p:cNvSpPr/>
          <p:nvPr/>
        </p:nvSpPr>
        <p:spPr>
          <a:xfrm>
            <a:off x="6653281" y="2156953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9140AB-54CC-7475-4369-775517CA3D43}"/>
              </a:ext>
            </a:extLst>
          </p:cNvPr>
          <p:cNvSpPr/>
          <p:nvPr/>
        </p:nvSpPr>
        <p:spPr>
          <a:xfrm>
            <a:off x="6542380" y="2922396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3D244B7-2B3F-9147-6A43-98BA7F6D11D0}"/>
              </a:ext>
            </a:extLst>
          </p:cNvPr>
          <p:cNvSpPr/>
          <p:nvPr/>
        </p:nvSpPr>
        <p:spPr>
          <a:xfrm>
            <a:off x="2561350" y="387669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84480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Location-login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2169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Location-login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0B1F51-43D3-F24B-D81C-F980A65CADDC}"/>
              </a:ext>
            </a:extLst>
          </p:cNvPr>
          <p:cNvSpPr/>
          <p:nvPr/>
        </p:nvSpPr>
        <p:spPr>
          <a:xfrm>
            <a:off x="442880" y="2282025"/>
            <a:ext cx="320328" cy="2983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Hospital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82785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&gt;&gt;Hospital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Hospital_detail.html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r>
              <a:rPr lang="ko-KR" altLang="en-US" sz="2400" b="1" dirty="0">
                <a:solidFill>
                  <a:schemeClr val="tx1"/>
                </a:solidFill>
              </a:rPr>
              <a:t>🔍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015293-4A3C-B453-A3D4-4F4167344F79}"/>
              </a:ext>
            </a:extLst>
          </p:cNvPr>
          <p:cNvSpPr/>
          <p:nvPr/>
        </p:nvSpPr>
        <p:spPr>
          <a:xfrm>
            <a:off x="1776466" y="1980929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3C29DC-60DD-D5A9-1B48-C4BA2F79DB07}"/>
              </a:ext>
            </a:extLst>
          </p:cNvPr>
          <p:cNvSpPr/>
          <p:nvPr/>
        </p:nvSpPr>
        <p:spPr>
          <a:xfrm>
            <a:off x="7415266" y="375680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045624-5AC7-70BA-6192-2347A8DC3957}"/>
              </a:ext>
            </a:extLst>
          </p:cNvPr>
          <p:cNvSpPr/>
          <p:nvPr/>
        </p:nvSpPr>
        <p:spPr>
          <a:xfrm>
            <a:off x="273335" y="3306580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85702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Hospital_detail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505164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&gt;&gt;Hospital&gt;&gt;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Hospital_detail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Kakao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click&gt;&gt;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의료기관의 리뷰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list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바뀜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3827775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53500" y="3094843"/>
            <a:ext cx="4079910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92857130-85E8-60D7-8276-4D5E21D8B574}"/>
              </a:ext>
            </a:extLst>
          </p:cNvPr>
          <p:cNvSpPr/>
          <p:nvPr/>
        </p:nvSpPr>
        <p:spPr>
          <a:xfrm>
            <a:off x="259645" y="4524617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015293-4A3C-B453-A3D4-4F4167344F79}"/>
              </a:ext>
            </a:extLst>
          </p:cNvPr>
          <p:cNvSpPr/>
          <p:nvPr/>
        </p:nvSpPr>
        <p:spPr>
          <a:xfrm>
            <a:off x="282105" y="3024495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106C49E-E21C-59BF-1ABC-8AB4E90FB756}"/>
              </a:ext>
            </a:extLst>
          </p:cNvPr>
          <p:cNvSpPr/>
          <p:nvPr/>
        </p:nvSpPr>
        <p:spPr>
          <a:xfrm>
            <a:off x="4232671" y="3024495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4141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30587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Hospital_detail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9771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산재지정의료기관 리뷰 목록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click&gt;&gt;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의료기관의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list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작성하러가기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폼으로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폼으로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 삭제하기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Click&gt;&gt;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 삭제 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 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3827775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53500" y="3094843"/>
            <a:ext cx="4091060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383009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437838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492645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876184" y="5841419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작성하러 가기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3108432" y="5851286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수정하기   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1A1188B-9784-C3D0-BE24-2DF232A2A13E}"/>
              </a:ext>
            </a:extLst>
          </p:cNvPr>
          <p:cNvSpPr/>
          <p:nvPr/>
        </p:nvSpPr>
        <p:spPr>
          <a:xfrm>
            <a:off x="5340680" y="5841419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삭제하기   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97C161B-0470-FE71-9C11-5B133E7142E2}"/>
              </a:ext>
            </a:extLst>
          </p:cNvPr>
          <p:cNvSpPr/>
          <p:nvPr/>
        </p:nvSpPr>
        <p:spPr>
          <a:xfrm>
            <a:off x="423186" y="3424472"/>
            <a:ext cx="7921373" cy="40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의료기관에 대한 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리뷰 목록</a:t>
            </a:r>
            <a:r>
              <a:rPr lang="en-US" altLang="ko-KR" sz="1100" b="1" dirty="0">
                <a:solidFill>
                  <a:schemeClr val="tx1"/>
                </a:solidFill>
              </a:rPr>
              <a:t>	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CCA750-432F-945E-1903-E47DFD92973A}"/>
              </a:ext>
            </a:extLst>
          </p:cNvPr>
          <p:cNvSpPr/>
          <p:nvPr/>
        </p:nvSpPr>
        <p:spPr>
          <a:xfrm>
            <a:off x="4163133" y="2969123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D8127-E183-BA69-408B-8D7B7890D59D}"/>
              </a:ext>
            </a:extLst>
          </p:cNvPr>
          <p:cNvSpPr/>
          <p:nvPr/>
        </p:nvSpPr>
        <p:spPr>
          <a:xfrm>
            <a:off x="736213" y="5657399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6E5AC4C-D294-5FF3-8123-C99FC2CDAEC1}"/>
              </a:ext>
            </a:extLst>
          </p:cNvPr>
          <p:cNvSpPr/>
          <p:nvPr/>
        </p:nvSpPr>
        <p:spPr>
          <a:xfrm>
            <a:off x="2992884" y="567198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3F087A-6696-6BAE-0DC4-E2CDD8D142F1}"/>
              </a:ext>
            </a:extLst>
          </p:cNvPr>
          <p:cNvSpPr/>
          <p:nvPr/>
        </p:nvSpPr>
        <p:spPr>
          <a:xfrm>
            <a:off x="5225132" y="5685335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4141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Hospital_detail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55660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산재지정의료기관 리뷰작성하기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 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3827775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53500" y="3094843"/>
            <a:ext cx="4091060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5851286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5851286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목록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900740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144EC2-6ABF-7C99-0F7D-62EBB792A1CB}"/>
              </a:ext>
            </a:extLst>
          </p:cNvPr>
          <p:cNvSpPr/>
          <p:nvPr/>
        </p:nvSpPr>
        <p:spPr>
          <a:xfrm>
            <a:off x="2153685" y="568653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4141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Hospital_detail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871900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산재지정의료기관 리뷰 수정하기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 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3827775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53500" y="3094843"/>
            <a:ext cx="4091060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448717" y="5851286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537692" y="5851286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목록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900740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3E711A8-6157-2D66-1DD0-30268D38BD11}"/>
              </a:ext>
            </a:extLst>
          </p:cNvPr>
          <p:cNvSpPr/>
          <p:nvPr/>
        </p:nvSpPr>
        <p:spPr>
          <a:xfrm>
            <a:off x="3485958" y="5851286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작성하기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309CBD-0868-D627-0DDA-CC01A2DD8512}"/>
              </a:ext>
            </a:extLst>
          </p:cNvPr>
          <p:cNvSpPr/>
          <p:nvPr/>
        </p:nvSpPr>
        <p:spPr>
          <a:xfrm>
            <a:off x="1310015" y="5723318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4141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Hospital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Hospital_detail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17560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산재지정의료기관 삭제하기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삭제하기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님이 작성한 리뷰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List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옆에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CheckBox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나타남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CheckBox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체크후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삭제하기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 Alert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삭제할껀지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 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3827775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53500" y="3094843"/>
            <a:ext cx="4091060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7264" y="3841561"/>
            <a:ext cx="7921373" cy="559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	</a:t>
            </a:r>
            <a:r>
              <a:rPr lang="ko-KR" altLang="en-US" sz="1000" dirty="0">
                <a:solidFill>
                  <a:schemeClr val="tx1"/>
                </a:solidFill>
              </a:rPr>
              <a:t>작성일</a:t>
            </a:r>
            <a:r>
              <a:rPr lang="en-US" altLang="ko-KR" sz="1000" dirty="0">
                <a:solidFill>
                  <a:schemeClr val="tx1"/>
                </a:solidFill>
              </a:rPr>
              <a:t>	</a:t>
            </a:r>
            <a:r>
              <a:rPr lang="ko-KR" altLang="en-US" sz="2400" dirty="0">
                <a:solidFill>
                  <a:schemeClr val="tx1"/>
                </a:solidFill>
              </a:rPr>
              <a:t>☑</a:t>
            </a:r>
            <a:r>
              <a:rPr lang="en-US" altLang="ko-KR" sz="1000" dirty="0">
                <a:solidFill>
                  <a:schemeClr val="tx1"/>
                </a:solidFill>
              </a:rPr>
              <a:t>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4401401"/>
            <a:ext cx="7921373" cy="523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4…						</a:t>
            </a:r>
            <a:r>
              <a:rPr lang="ko-KR" altLang="en-US" sz="1000" dirty="0">
                <a:solidFill>
                  <a:schemeClr val="tx1"/>
                </a:solidFill>
              </a:rPr>
              <a:t>작성일</a:t>
            </a:r>
            <a:r>
              <a:rPr lang="en-US" altLang="ko-KR" sz="1000" dirty="0">
                <a:solidFill>
                  <a:schemeClr val="tx1"/>
                </a:solidFill>
              </a:rPr>
              <a:t>	</a:t>
            </a:r>
            <a:r>
              <a:rPr lang="ko-KR" altLang="en-US" sz="2400" dirty="0">
                <a:solidFill>
                  <a:schemeClr val="tx1"/>
                </a:solidFill>
              </a:rPr>
              <a:t>☑</a:t>
            </a:r>
            <a:endParaRPr lang="en-US" altLang="ko-KR" sz="24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1831757" y="5801194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목록  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1A1188B-9784-C3D0-BE24-2DF232A2A13E}"/>
              </a:ext>
            </a:extLst>
          </p:cNvPr>
          <p:cNvSpPr/>
          <p:nvPr/>
        </p:nvSpPr>
        <p:spPr>
          <a:xfrm>
            <a:off x="5109357" y="5801194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 삭제하기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F44E18-95A3-E411-ACFC-5DC376359799}"/>
              </a:ext>
            </a:extLst>
          </p:cNvPr>
          <p:cNvSpPr/>
          <p:nvPr/>
        </p:nvSpPr>
        <p:spPr>
          <a:xfrm>
            <a:off x="423186" y="3424472"/>
            <a:ext cx="7921373" cy="40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작성자</a:t>
            </a:r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 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님이 작성한 리뷰 </a:t>
            </a:r>
            <a:r>
              <a:rPr lang="en-US" altLang="ko-KR" sz="1100" b="1" dirty="0">
                <a:solidFill>
                  <a:schemeClr val="tx1"/>
                </a:solidFill>
              </a:rPr>
              <a:t>	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19E45E-FEB2-BA88-4FE0-A9E72F312A27}"/>
              </a:ext>
            </a:extLst>
          </p:cNvPr>
          <p:cNvSpPr/>
          <p:nvPr/>
        </p:nvSpPr>
        <p:spPr>
          <a:xfrm>
            <a:off x="4969116" y="560609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0ADDD4-B405-692B-DEB9-8B0621EE412D}"/>
              </a:ext>
            </a:extLst>
          </p:cNvPr>
          <p:cNvSpPr/>
          <p:nvPr/>
        </p:nvSpPr>
        <p:spPr>
          <a:xfrm>
            <a:off x="7652843" y="3751854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73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1291</Words>
  <Application>Microsoft Office PowerPoint</Application>
  <PresentationFormat>와이드스크린</PresentationFormat>
  <Paragraphs>436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ui-sans-serif</vt:lpstr>
      <vt:lpstr>맑은 고딕</vt:lpstr>
      <vt:lpstr>Arial</vt:lpstr>
      <vt:lpstr>Office 테마</vt:lpstr>
      <vt:lpstr>스토리보드 양식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13</cp:revision>
  <dcterms:created xsi:type="dcterms:W3CDTF">2025-11-24T01:38:34Z</dcterms:created>
  <dcterms:modified xsi:type="dcterms:W3CDTF">2025-11-25T08:34:02Z</dcterms:modified>
</cp:coreProperties>
</file>