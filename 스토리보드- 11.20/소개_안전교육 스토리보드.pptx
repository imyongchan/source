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8" r:id="rId4"/>
    <p:sldId id="259" r:id="rId5"/>
    <p:sldId id="260" r:id="rId6"/>
    <p:sldId id="257" r:id="rId7"/>
    <p:sldId id="262" r:id="rId8"/>
    <p:sldId id="263" r:id="rId9"/>
  </p:sldIdLst>
  <p:sldSz cx="12192000" cy="6858000"/>
  <p:notesSz cx="6858000" cy="9144000"/>
  <p:defaultTextStyle>
    <a:defPPr lvl="0">
      <a:defRPr lang="ko-KR"/>
    </a:defPPr>
    <a:lvl1pPr marL="0" lv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ED450D-4DAD-4DAA-B61C-7EA7409578F3}">
  <a:tblStyle styleId="{91ED450D-4DAD-4DAA-B61C-7EA7409578F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72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2C576-2A54-49ED-9CE0-3A543304B8AC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F75AC-7764-4B49-84EE-E35E15643F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8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양식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/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교육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지역별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산재뉴스 목록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전체 교육 자료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업종별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사고별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26887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030338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4" y="2360160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7553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서비스 소개 </a:t>
            </a:r>
            <a:r>
              <a:rPr lang="en-US" altLang="ko-KR" dirty="0">
                <a:solidFill>
                  <a:schemeClr val="tx1"/>
                </a:solidFill>
              </a:rPr>
              <a:t>content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비전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및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목표</a:t>
            </a: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19214" y="309570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007940" y="374203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050759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16143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 기능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4" y="2360160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7553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핵심기능 </a:t>
            </a:r>
            <a:r>
              <a:rPr lang="en-US" altLang="ko-KR" dirty="0">
                <a:solidFill>
                  <a:schemeClr val="tx1"/>
                </a:solidFill>
              </a:rPr>
              <a:t>content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1" y="3095708"/>
            <a:ext cx="108307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비전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및 목표</a:t>
            </a:r>
          </a:p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E92DC8-C785-B896-6A1B-0C408F6907FD}"/>
              </a:ext>
            </a:extLst>
          </p:cNvPr>
          <p:cNvSpPr/>
          <p:nvPr/>
        </p:nvSpPr>
        <p:spPr>
          <a:xfrm>
            <a:off x="403878" y="347792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0CD68E-45F7-9647-DD44-39C52A952553}"/>
              </a:ext>
            </a:extLst>
          </p:cNvPr>
          <p:cNvSpPr/>
          <p:nvPr/>
        </p:nvSpPr>
        <p:spPr>
          <a:xfrm>
            <a:off x="2007940" y="374203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6305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56156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비전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40268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4" y="2360160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비전 및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7553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비전  </a:t>
            </a:r>
            <a:r>
              <a:rPr lang="en-US" altLang="ko-KR" dirty="0">
                <a:solidFill>
                  <a:schemeClr val="tx1"/>
                </a:solidFill>
              </a:rPr>
              <a:t>&amp; </a:t>
            </a:r>
            <a:r>
              <a:rPr lang="ko-KR" altLang="en-US" dirty="0">
                <a:solidFill>
                  <a:schemeClr val="tx1"/>
                </a:solidFill>
              </a:rPr>
              <a:t>목표 </a:t>
            </a:r>
            <a:r>
              <a:rPr lang="en-US" altLang="ko-KR" dirty="0">
                <a:solidFill>
                  <a:schemeClr val="tx1"/>
                </a:solidFill>
              </a:rPr>
              <a:t>content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비전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목표</a:t>
            </a:r>
          </a:p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3879" y="38462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10E162-26EB-195B-786C-DEC30A0F8378}"/>
              </a:ext>
            </a:extLst>
          </p:cNvPr>
          <p:cNvSpPr/>
          <p:nvPr/>
        </p:nvSpPr>
        <p:spPr>
          <a:xfrm>
            <a:off x="2007940" y="374203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0002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44843804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  <a:tableStyleId>{91ED450D-4DAD-4DAA-B61C-7EA7409578F3}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안전교육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352277434"/>
              </p:ext>
            </p:extLst>
          </p:nvPr>
        </p:nvGraphicFramePr>
        <p:xfrm>
          <a:off x="8603672" y="1180080"/>
          <a:ext cx="3588325" cy="5665960"/>
        </p:xfrm>
        <a:graphic>
          <a:graphicData uri="http://schemas.openxmlformats.org/drawingml/2006/table">
            <a:tbl>
              <a:tblPr firstRow="1" bandRow="1">
                <a:noFill/>
                <a:tableStyleId>{91ED450D-4DAD-4DAA-B61C-7EA7409578F3}</a:tableStyleId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870" y="561711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63767" y="333138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2909155" y="61957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교육자료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95662613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  <a:tableStyleId>{91ED450D-4DAD-4DAA-B61C-7EA7409578F3}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안전교육 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934729335"/>
              </p:ext>
            </p:extLst>
          </p:nvPr>
        </p:nvGraphicFramePr>
        <p:xfrm>
          <a:off x="8603672" y="1180080"/>
          <a:ext cx="3588325" cy="5665960"/>
        </p:xfrm>
        <a:graphic>
          <a:graphicData uri="http://schemas.openxmlformats.org/drawingml/2006/table">
            <a:tbl>
              <a:tblPr firstRow="1" bandRow="1">
                <a:noFill/>
                <a:tableStyleId>{91ED450D-4DAD-4DAA-B61C-7EA7409578F3}</a:tableStyleId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6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기반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목록리스트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옵션</a:t>
                      </a:r>
                      <a:r>
                        <a:rPr lang="en-US" altLang="ko-KR" sz="1100" dirty="0"/>
                        <a:t>?)</a:t>
                      </a: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627204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>
                <a:tableStyleId>{91ED450D-4DAD-4DAA-B61C-7EA7409578F3}</a:tableStyleId>
              </a:tblPr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썸네일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썸네일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19378" y="40188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2104564" y="48759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0254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안전교육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교육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0402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들어갈 항목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키워드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관련자료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교육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chemeClr val="tx1"/>
                </a:solidFill>
              </a:rPr>
              <a:t>교육 상세 </a:t>
            </a:r>
            <a:r>
              <a:rPr lang="en-US" altLang="ko-KR" dirty="0">
                <a:solidFill>
                  <a:schemeClr val="tx1"/>
                </a:solidFill>
              </a:rPr>
              <a:t>content	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44168" y="3429000"/>
            <a:ext cx="1615045" cy="19476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441</Words>
  <Application>Microsoft Office PowerPoint</Application>
  <PresentationFormat>와이드스크린</PresentationFormat>
  <Paragraphs>211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맑은 고딕</vt:lpstr>
      <vt:lpstr>Arial</vt:lpstr>
      <vt:lpstr>Office 테마</vt:lpstr>
      <vt:lpstr>스토리보드 양식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 양식</dc:title>
  <dc:creator>User</dc:creator>
  <cp:lastModifiedBy>User</cp:lastModifiedBy>
  <cp:revision>2</cp:revision>
  <dcterms:modified xsi:type="dcterms:W3CDTF">2025-11-25T08:46:07Z</dcterms:modified>
</cp:coreProperties>
</file>