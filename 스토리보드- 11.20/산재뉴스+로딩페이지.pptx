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96" r:id="rId2"/>
    <p:sldId id="295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78951-6E4A-47A5-9E7F-455C0B738899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5758CC-9632-47A2-9343-06B6ADD8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8404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작성자도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512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작성자도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743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373AA-807F-CD7B-A461-5145290A20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EB33FF-7356-7258-87EC-4B3922D36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B64A63-9779-0591-E759-3A9E03C3A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8BD3-170F-4DE9-A0A3-F672D37C8A4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2ED63-D27E-C0CF-0B26-72B2F4951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4B082B-4255-E53A-4340-EE9B6DF48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2249-6D60-4D03-B8FE-A0337995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821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EB9E09-3014-A775-AC0D-52E14C604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54FDF9-335E-0A0E-A2EA-ABAF17748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673683-8BF1-6588-CFB4-C54AE197B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8BD3-170F-4DE9-A0A3-F672D37C8A4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D89F3E-9933-646A-7057-E3017A269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0456CF-AFA0-938C-E8A8-D3E8319C8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2249-6D60-4D03-B8FE-A0337995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888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F81026-CB5B-7BC0-4CDD-005D08AB7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890A0A-3712-07C8-89CD-FAE13FBB8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2615D2-C62A-E958-E5C3-9F6CC21EE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8BD3-170F-4DE9-A0A3-F672D37C8A4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D0CD56-1F5C-8243-6BFE-36602CD10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B3E348-D2EA-B823-C073-F1215EAD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2249-6D60-4D03-B8FE-A0337995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54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AD3AA1-7B0A-EDDF-52F0-3AE27F752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457FC8-7FBD-CE3E-516F-9F5D96F8E6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EC885C-7651-8677-CCCF-3DD6565C1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039876-3468-35AA-E903-B0391AE73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8BD3-170F-4DE9-A0A3-F672D37C8A4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D0EB6B-614D-733C-14B9-27F15A874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685FBC-7088-884C-FE70-BBC3F77F7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2249-6D60-4D03-B8FE-A0337995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870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F047F-C7AB-F3D2-C762-8AF3DDA5B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A876FE-9EBE-2D78-DF65-D36FE7B11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BD59-95BD-34C7-8B36-3E1B402CF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F909E1F-B95E-790B-50ED-0DB8043AF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84A5700-0044-CC69-8EF2-E998F5217F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D87FA98-C1E0-FEF0-828B-4B2ED09F1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8BD3-170F-4DE9-A0A3-F672D37C8A4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0A48583-CE22-8D5F-23BA-E1AE422A4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B6A83E-FAA8-8701-BDB0-6B7B38142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2249-6D60-4D03-B8FE-A0337995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486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575D65-99CA-D668-9452-AED2637A9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690E854-9FD5-B76C-2C06-5EBE47E59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8BD3-170F-4DE9-A0A3-F672D37C8A4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94FB4C9-7090-8373-54A2-19A8251C0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B27C58-EF53-DD0D-6A3A-059146547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2249-6D60-4D03-B8FE-A0337995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665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19A2E9-5BF0-509E-5D56-FFA9DA116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8BD3-170F-4DE9-A0A3-F672D37C8A4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2C95D95-375F-437F-E761-F5385745A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FFC2E2-2307-25FC-2606-68C65557C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2249-6D60-4D03-B8FE-A0337995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71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05161-C1C6-0D5D-B6C1-65AE2BA93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57ACBF-83C3-A56D-0E4C-6A6F3A8B9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C2B2BA-46E4-FF56-B8D3-667A651C4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B0B652-20ED-D1AF-EF0A-8E57ED3F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8BD3-170F-4DE9-A0A3-F672D37C8A4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BB7CD9-1EA5-1BD6-6F30-749170B4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2FC9BC-6CC0-7DDD-009D-37F0A1FA1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2249-6D60-4D03-B8FE-A0337995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664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05E20B-F2D6-3B5C-702D-FD62270BB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09D71A-9090-4FFF-69AF-1EBD5B518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2B5110-0881-E741-841D-454EE9B9B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ACC24A-97EB-8F1A-BF9A-6932BC442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8BD3-170F-4DE9-A0A3-F672D37C8A4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4450C8-EBB5-193A-DE03-A00667A58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FF4990-1DFD-9280-D31A-A70B6D2EE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2249-6D60-4D03-B8FE-A0337995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247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A355E4-1337-55BD-61A1-93A151E7B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3C9B77-2B47-AA70-BAB7-D02669539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E1AC8C-EC09-3DBE-DA00-2B92B62F3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8BD3-170F-4DE9-A0A3-F672D37C8A4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E9538-F288-E393-E4B1-2B4FE042B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F9407B-CF7D-639D-0C65-D3ADCAE1A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2249-6D60-4D03-B8FE-A0337995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144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B09E450-05E1-829E-BED9-5F4D02D798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4564B8-C02E-1F15-3363-BFDFF44E1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604863-27EC-72D7-D2EE-7AE0B203E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88BD3-170F-4DE9-A0A3-F672D37C8A4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E4FEE1-7603-02E3-17C0-DA6E3B7A8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59F8C0-07C4-19C7-B021-4300B29D4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2249-6D60-4D03-B8FE-A0337995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485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0A7C52-9FC7-92B0-2352-9AC7D317B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80E304-C122-A921-54A7-945CFD108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38CF9-E949-1358-A1EA-348100B77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88BD3-170F-4DE9-A0A3-F672D37C8A4C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87C22E-4DF6-04F0-FCEB-37A2FD7750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96E161-1BB6-7CEF-2AC3-83BB79960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D2249-6D60-4D03-B8FE-A0337995E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401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338214"/>
              </p:ext>
            </p:extLst>
          </p:nvPr>
        </p:nvGraphicFramePr>
        <p:xfrm>
          <a:off x="8603672" y="1180080"/>
          <a:ext cx="3588327" cy="56392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5701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415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2261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사이트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기사이미지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요약글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작성일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원본 뉴스 링크 저장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뉴스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정보 가져와 화면에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또는 이미지 </a:t>
                      </a:r>
                      <a:r>
                        <a:rPr lang="ko-KR" altLang="en-US" sz="105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 뉴스 로딩 페이지로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한 페이지당 기사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개씩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595F223-A11D-B244-B9A0-B5A17CDA5204}"/>
              </a:ext>
            </a:extLst>
          </p:cNvPr>
          <p:cNvSpPr/>
          <p:nvPr/>
        </p:nvSpPr>
        <p:spPr>
          <a:xfrm>
            <a:off x="275119" y="1990338"/>
            <a:ext cx="8053431" cy="36875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EB0DC7-4DBF-0F36-C225-7EFCC67B293C}"/>
              </a:ext>
            </a:extLst>
          </p:cNvPr>
          <p:cNvSpPr/>
          <p:nvPr/>
        </p:nvSpPr>
        <p:spPr>
          <a:xfrm>
            <a:off x="1615043" y="2227234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1D95BDE-1637-E94E-184B-E7C89E5FC57D}"/>
              </a:ext>
            </a:extLst>
          </p:cNvPr>
          <p:cNvSpPr/>
          <p:nvPr/>
        </p:nvSpPr>
        <p:spPr>
          <a:xfrm>
            <a:off x="1615043" y="2517519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505921C-EFC5-9B98-CCC7-ADEB2725A46C}"/>
              </a:ext>
            </a:extLst>
          </p:cNvPr>
          <p:cNvSpPr/>
          <p:nvPr/>
        </p:nvSpPr>
        <p:spPr>
          <a:xfrm>
            <a:off x="1615043" y="3408107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A36684E-6B56-FADE-ECDF-822B743CF08B}"/>
              </a:ext>
            </a:extLst>
          </p:cNvPr>
          <p:cNvSpPr/>
          <p:nvPr/>
        </p:nvSpPr>
        <p:spPr>
          <a:xfrm>
            <a:off x="1615043" y="4588980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8BBEC8C-F3EA-FC4C-AE9F-73652C7E4ED6}"/>
              </a:ext>
            </a:extLst>
          </p:cNvPr>
          <p:cNvSpPr/>
          <p:nvPr/>
        </p:nvSpPr>
        <p:spPr>
          <a:xfrm>
            <a:off x="1615043" y="2957472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4AEBDA4-1EFE-71A9-B7B4-B5729D664208}"/>
              </a:ext>
            </a:extLst>
          </p:cNvPr>
          <p:cNvSpPr/>
          <p:nvPr/>
        </p:nvSpPr>
        <p:spPr>
          <a:xfrm>
            <a:off x="1615043" y="3702911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DC844A9-69BF-AD30-8BF4-4A8CBD3D7698}"/>
              </a:ext>
            </a:extLst>
          </p:cNvPr>
          <p:cNvSpPr/>
          <p:nvPr/>
        </p:nvSpPr>
        <p:spPr>
          <a:xfrm>
            <a:off x="1615043" y="4145624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2E32B1D-5D2E-6EDE-0755-A3C40900A3B7}"/>
              </a:ext>
            </a:extLst>
          </p:cNvPr>
          <p:cNvSpPr/>
          <p:nvPr/>
        </p:nvSpPr>
        <p:spPr>
          <a:xfrm>
            <a:off x="1615043" y="4875862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3259B4D-7C80-C259-C552-B61F64198742}"/>
              </a:ext>
            </a:extLst>
          </p:cNvPr>
          <p:cNvSpPr/>
          <p:nvPr/>
        </p:nvSpPr>
        <p:spPr>
          <a:xfrm>
            <a:off x="1615043" y="5329286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7F314ACF-351E-8410-FA74-C8D895D2DD9D}"/>
              </a:ext>
            </a:extLst>
          </p:cNvPr>
          <p:cNvGrpSpPr/>
          <p:nvPr/>
        </p:nvGrpSpPr>
        <p:grpSpPr>
          <a:xfrm>
            <a:off x="8258986" y="1990338"/>
            <a:ext cx="208120" cy="3700872"/>
            <a:chOff x="8258986" y="1990338"/>
            <a:chExt cx="208120" cy="3700872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697B83F7-EC56-A29B-BE2C-B024631E2622}"/>
                </a:ext>
              </a:extLst>
            </p:cNvPr>
            <p:cNvSpPr/>
            <p:nvPr/>
          </p:nvSpPr>
          <p:spPr>
            <a:xfrm>
              <a:off x="8258986" y="1990338"/>
              <a:ext cx="206130" cy="370087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94A63603-5DED-7778-56D1-DC07E38E917E}"/>
                </a:ext>
              </a:extLst>
            </p:cNvPr>
            <p:cNvSpPr/>
            <p:nvPr/>
          </p:nvSpPr>
          <p:spPr>
            <a:xfrm>
              <a:off x="8258986" y="2197150"/>
              <a:ext cx="208120" cy="236896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1DF785C-B7EC-1669-4582-2956CB7CAFD9}"/>
              </a:ext>
            </a:extLst>
          </p:cNvPr>
          <p:cNvSpPr/>
          <p:nvPr/>
        </p:nvSpPr>
        <p:spPr>
          <a:xfrm>
            <a:off x="2759978" y="5838738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3846343E-B1F6-DB92-6C16-B9DA1096D06D}"/>
              </a:ext>
            </a:extLst>
          </p:cNvPr>
          <p:cNvSpPr/>
          <p:nvPr/>
        </p:nvSpPr>
        <p:spPr>
          <a:xfrm>
            <a:off x="518562" y="2224455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64A70A1D-A872-3F76-0E98-5DB1B4239256}"/>
              </a:ext>
            </a:extLst>
          </p:cNvPr>
          <p:cNvSpPr/>
          <p:nvPr/>
        </p:nvSpPr>
        <p:spPr>
          <a:xfrm>
            <a:off x="518562" y="3408107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77202031-CF92-B844-8F4F-D42B89D773B0}"/>
              </a:ext>
            </a:extLst>
          </p:cNvPr>
          <p:cNvSpPr/>
          <p:nvPr/>
        </p:nvSpPr>
        <p:spPr>
          <a:xfrm>
            <a:off x="518562" y="4601148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616DA03-25A6-4438-B5D8-9E3264DCE2F3}"/>
              </a:ext>
            </a:extLst>
          </p:cNvPr>
          <p:cNvSpPr/>
          <p:nvPr/>
        </p:nvSpPr>
        <p:spPr>
          <a:xfrm>
            <a:off x="138553" y="1829520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60CD243-7955-4DE0-A39E-B3D903DD0F75}"/>
              </a:ext>
            </a:extLst>
          </p:cNvPr>
          <p:cNvSpPr/>
          <p:nvPr/>
        </p:nvSpPr>
        <p:spPr>
          <a:xfrm>
            <a:off x="439368" y="2143903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2845C53-3EB1-4749-A31C-BFE34420A83E}"/>
              </a:ext>
            </a:extLst>
          </p:cNvPr>
          <p:cNvSpPr/>
          <p:nvPr/>
        </p:nvSpPr>
        <p:spPr>
          <a:xfrm>
            <a:off x="439368" y="3328974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9F2C791-417C-4781-962A-60D7AB8A5A33}"/>
              </a:ext>
            </a:extLst>
          </p:cNvPr>
          <p:cNvSpPr/>
          <p:nvPr/>
        </p:nvSpPr>
        <p:spPr>
          <a:xfrm>
            <a:off x="424649" y="4499500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2D4480C-E441-46C0-B4C5-CA6D606E9EBD}"/>
              </a:ext>
            </a:extLst>
          </p:cNvPr>
          <p:cNvSpPr/>
          <p:nvPr/>
        </p:nvSpPr>
        <p:spPr>
          <a:xfrm>
            <a:off x="2601216" y="5625122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35486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 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뉴스 기사 로딩 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뉴스 기사 로딩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121310"/>
              </p:ext>
            </p:extLst>
          </p:nvPr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895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0074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산재 뉴스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뉴스 기사 로딩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9839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선택한 뉴스 기사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포커싱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뉴스 기사 불러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오고있다는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로딩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애니매이션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FA469F99-9325-3846-067D-E45905BE4C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806" y="3610480"/>
            <a:ext cx="1784058" cy="154098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77A9A1C9-B0E9-D049-D5D9-03B21A4372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264" y="3945893"/>
            <a:ext cx="609600" cy="60960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F6C4D00-2EC3-1F6E-2A6A-7E70B6EFA2D5}"/>
              </a:ext>
            </a:extLst>
          </p:cNvPr>
          <p:cNvSpPr/>
          <p:nvPr/>
        </p:nvSpPr>
        <p:spPr>
          <a:xfrm>
            <a:off x="2867317" y="5126913"/>
            <a:ext cx="2869036" cy="4224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뉴스 기사 </a:t>
            </a:r>
            <a:r>
              <a:rPr lang="ko-KR" altLang="en-US" dirty="0" err="1"/>
              <a:t>불러오는중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B622388-B716-A4DA-AE9D-795DECC9F8A0}"/>
              </a:ext>
            </a:extLst>
          </p:cNvPr>
          <p:cNvSpPr/>
          <p:nvPr/>
        </p:nvSpPr>
        <p:spPr>
          <a:xfrm>
            <a:off x="266556" y="2071396"/>
            <a:ext cx="8112334" cy="117612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13352D5-A637-04EA-25DF-EF0E1E0BB421}"/>
              </a:ext>
            </a:extLst>
          </p:cNvPr>
          <p:cNvSpPr/>
          <p:nvPr/>
        </p:nvSpPr>
        <p:spPr>
          <a:xfrm>
            <a:off x="0" y="1706540"/>
            <a:ext cx="8603671" cy="4510192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70000"/>
                </a:schemeClr>
              </a:gs>
              <a:gs pos="100000">
                <a:schemeClr val="accent1">
                  <a:tint val="23500"/>
                  <a:satMod val="16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EB0DC7-4DBF-0F36-C225-7EFCC67B293C}"/>
              </a:ext>
            </a:extLst>
          </p:cNvPr>
          <p:cNvSpPr/>
          <p:nvPr/>
        </p:nvSpPr>
        <p:spPr>
          <a:xfrm>
            <a:off x="1615043" y="2227234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1D95BDE-1637-E94E-184B-E7C89E5FC57D}"/>
              </a:ext>
            </a:extLst>
          </p:cNvPr>
          <p:cNvSpPr/>
          <p:nvPr/>
        </p:nvSpPr>
        <p:spPr>
          <a:xfrm>
            <a:off x="1615043" y="2517519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8BBEC8C-F3EA-FC4C-AE9F-73652C7E4ED6}"/>
              </a:ext>
            </a:extLst>
          </p:cNvPr>
          <p:cNvSpPr/>
          <p:nvPr/>
        </p:nvSpPr>
        <p:spPr>
          <a:xfrm>
            <a:off x="1615043" y="2957472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3846343E-B1F6-DB92-6C16-B9DA1096D06D}"/>
              </a:ext>
            </a:extLst>
          </p:cNvPr>
          <p:cNvSpPr/>
          <p:nvPr/>
        </p:nvSpPr>
        <p:spPr>
          <a:xfrm>
            <a:off x="518562" y="2224455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6D0C8A6-2A42-D502-24C8-82220213335E}"/>
              </a:ext>
            </a:extLst>
          </p:cNvPr>
          <p:cNvSpPr/>
          <p:nvPr/>
        </p:nvSpPr>
        <p:spPr>
          <a:xfrm>
            <a:off x="144625" y="1978090"/>
            <a:ext cx="216738" cy="2463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CA51619-3CAB-B254-C537-D40B17F329C7}"/>
              </a:ext>
            </a:extLst>
          </p:cNvPr>
          <p:cNvSpPr/>
          <p:nvPr/>
        </p:nvSpPr>
        <p:spPr>
          <a:xfrm>
            <a:off x="2867317" y="3672196"/>
            <a:ext cx="2869036" cy="187720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47C701C-2E9D-F56B-FD0E-CB283F8BFE6B}"/>
              </a:ext>
            </a:extLst>
          </p:cNvPr>
          <p:cNvSpPr/>
          <p:nvPr/>
        </p:nvSpPr>
        <p:spPr>
          <a:xfrm>
            <a:off x="2758947" y="3575223"/>
            <a:ext cx="216738" cy="2463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665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190</Words>
  <Application>Microsoft Office PowerPoint</Application>
  <PresentationFormat>와이드스크린</PresentationFormat>
  <Paragraphs>70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</cp:revision>
  <dcterms:created xsi:type="dcterms:W3CDTF">2025-11-25T05:04:25Z</dcterms:created>
  <dcterms:modified xsi:type="dcterms:W3CDTF">2025-11-26T06:40:13Z</dcterms:modified>
</cp:coreProperties>
</file>