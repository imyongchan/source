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2" r:id="rId3"/>
    <p:sldId id="257" r:id="rId4"/>
    <p:sldId id="266" r:id="rId5"/>
    <p:sldId id="261" r:id="rId6"/>
    <p:sldId id="263" r:id="rId7"/>
    <p:sldId id="258" r:id="rId8"/>
    <p:sldId id="260" r:id="rId9"/>
    <p:sldId id="259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7" r:id="rId19"/>
    <p:sldId id="283" r:id="rId20"/>
    <p:sldId id="285" r:id="rId21"/>
    <p:sldId id="284" r:id="rId22"/>
    <p:sldId id="278" r:id="rId23"/>
    <p:sldId id="282" r:id="rId24"/>
    <p:sldId id="281" r:id="rId25"/>
    <p:sldId id="280" r:id="rId26"/>
    <p:sldId id="27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3B-4D35-980D-445A631223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3B-4D35-980D-445A631223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3B-4D35-980D-445A63122326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FD3B-4D35-980D-445A63122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F6-4F80-B38B-901ACB5E42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F6-4F80-B38B-901ACB5E42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F6-4F80-B38B-901ACB5E42AE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ECF6-4F80-B38B-901ACB5E4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8F-481D-B2BD-21EB88DDCAD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8F-481D-B2BD-21EB88DDCAD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68F-481D-B2BD-21EB88DDCAD2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968F-481D-B2BD-21EB88DDC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445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593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523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5997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8270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188731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교육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지역별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산재뉴스 목록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업종별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사고별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042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9603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/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교육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지역별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산재뉴스 목록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업종별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사고별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331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129420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지역별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업종별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부상별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서울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인천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대구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0417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954980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주제에 관한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한줄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소개를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이미지는 주제와 관련된 이미지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분석요약글을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분석 결과를 시각적으로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원형 차트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부상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별로 미리 쿼리를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필터한다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버튼 또는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엔터를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입력하면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검색쿼리를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넘긴다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B2DED3-87A5-4945-AC03-7FDAD7763D99}"/>
              </a:ext>
            </a:extLst>
          </p:cNvPr>
          <p:cNvSpPr/>
          <p:nvPr/>
        </p:nvSpPr>
        <p:spPr>
          <a:xfrm>
            <a:off x="0" y="4257031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8A96D94D-13EF-44F2-9CAF-EFDE07693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831490"/>
              </p:ext>
            </p:extLst>
          </p:nvPr>
        </p:nvGraphicFramePr>
        <p:xfrm>
          <a:off x="423175" y="4284357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C9FD3F0-C9D1-4A70-B068-6EA97A867A8D}"/>
              </a:ext>
            </a:extLst>
          </p:cNvPr>
          <p:cNvSpPr txBox="1"/>
          <p:nvPr/>
        </p:nvSpPr>
        <p:spPr>
          <a:xfrm>
            <a:off x="1682189" y="4423284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서울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0AABC2-A77D-4C50-8A9A-605BDF278D4A}"/>
              </a:ext>
            </a:extLst>
          </p:cNvPr>
          <p:cNvSpPr txBox="1"/>
          <p:nvPr/>
        </p:nvSpPr>
        <p:spPr>
          <a:xfrm>
            <a:off x="1682189" y="48342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인천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C33BF4-2A5E-4658-A6A5-C5923784CBCF}"/>
              </a:ext>
            </a:extLst>
          </p:cNvPr>
          <p:cNvSpPr txBox="1"/>
          <p:nvPr/>
        </p:nvSpPr>
        <p:spPr>
          <a:xfrm>
            <a:off x="1682189" y="52448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대구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4E5C56-146C-4691-8AE2-0FCE5EAE53F9}"/>
              </a:ext>
            </a:extLst>
          </p:cNvPr>
          <p:cNvSpPr txBox="1"/>
          <p:nvPr/>
        </p:nvSpPr>
        <p:spPr>
          <a:xfrm>
            <a:off x="0" y="4338766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</a:t>
            </a:r>
          </a:p>
        </p:txBody>
      </p:sp>
      <p:graphicFrame>
        <p:nvGraphicFramePr>
          <p:cNvPr id="68" name="차트 67">
            <a:extLst>
              <a:ext uri="{FF2B5EF4-FFF2-40B4-BE49-F238E27FC236}">
                <a16:creationId xmlns:a16="http://schemas.microsoft.com/office/drawing/2014/main" id="{BA5FD586-2AEE-4F28-ACE7-3E3C40F7C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756174"/>
              </p:ext>
            </p:extLst>
          </p:nvPr>
        </p:nvGraphicFramePr>
        <p:xfrm>
          <a:off x="3001796" y="4294670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CD78A94F-672F-4506-AB7D-FB0CE7DA614A}"/>
              </a:ext>
            </a:extLst>
          </p:cNvPr>
          <p:cNvSpPr txBox="1"/>
          <p:nvPr/>
        </p:nvSpPr>
        <p:spPr>
          <a:xfrm>
            <a:off x="4260810" y="44335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중공업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A2248A-8C05-4C1E-87CA-81D1A9FE8C11}"/>
              </a:ext>
            </a:extLst>
          </p:cNvPr>
          <p:cNvSpPr txBox="1"/>
          <p:nvPr/>
        </p:nvSpPr>
        <p:spPr>
          <a:xfrm>
            <a:off x="4260810" y="48446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건설업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ACB7BD-BDFA-4B90-B429-EE4554FC05B0}"/>
              </a:ext>
            </a:extLst>
          </p:cNvPr>
          <p:cNvSpPr txBox="1"/>
          <p:nvPr/>
        </p:nvSpPr>
        <p:spPr>
          <a:xfrm>
            <a:off x="4260810" y="5255136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조선업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6A6A1A-C9E1-4346-9C35-8B4D472EF87D}"/>
              </a:ext>
            </a:extLst>
          </p:cNvPr>
          <p:cNvSpPr txBox="1"/>
          <p:nvPr/>
        </p:nvSpPr>
        <p:spPr>
          <a:xfrm>
            <a:off x="2578621" y="4349079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업종</a:t>
            </a:r>
          </a:p>
        </p:txBody>
      </p:sp>
      <p:graphicFrame>
        <p:nvGraphicFramePr>
          <p:cNvPr id="73" name="차트 72">
            <a:extLst>
              <a:ext uri="{FF2B5EF4-FFF2-40B4-BE49-F238E27FC236}">
                <a16:creationId xmlns:a16="http://schemas.microsoft.com/office/drawing/2014/main" id="{F36D2ED7-A300-4F9D-AC94-E10BDE68E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950584"/>
              </p:ext>
            </p:extLst>
          </p:nvPr>
        </p:nvGraphicFramePr>
        <p:xfrm>
          <a:off x="5659003" y="4304983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4155135-FC20-4418-9941-6A101365DC22}"/>
              </a:ext>
            </a:extLst>
          </p:cNvPr>
          <p:cNvSpPr txBox="1"/>
          <p:nvPr/>
        </p:nvSpPr>
        <p:spPr>
          <a:xfrm>
            <a:off x="6918017" y="44439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골절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E57174-6E08-408F-A21F-2A24EF33ED8B}"/>
              </a:ext>
            </a:extLst>
          </p:cNvPr>
          <p:cNvSpPr txBox="1"/>
          <p:nvPr/>
        </p:nvSpPr>
        <p:spPr>
          <a:xfrm>
            <a:off x="6918017" y="48549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화상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BF16A1-3127-4BD9-8288-05EFFA9F9D23}"/>
              </a:ext>
            </a:extLst>
          </p:cNvPr>
          <p:cNvSpPr txBox="1"/>
          <p:nvPr/>
        </p:nvSpPr>
        <p:spPr>
          <a:xfrm>
            <a:off x="6918017" y="5265449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낙상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AD3C85-2459-46B0-9000-62BB5AD7E201}"/>
              </a:ext>
            </a:extLst>
          </p:cNvPr>
          <p:cNvSpPr txBox="1"/>
          <p:nvPr/>
        </p:nvSpPr>
        <p:spPr>
          <a:xfrm>
            <a:off x="5235828" y="4359392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C90FA2-9FFE-4D54-BDA0-7CBD08FE42E3}"/>
              </a:ext>
            </a:extLst>
          </p:cNvPr>
          <p:cNvSpPr/>
          <p:nvPr/>
        </p:nvSpPr>
        <p:spPr>
          <a:xfrm>
            <a:off x="0" y="1822862"/>
            <a:ext cx="8603671" cy="1182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C7303-B0EF-431B-821A-0F92CB474877}"/>
              </a:ext>
            </a:extLst>
          </p:cNvPr>
          <p:cNvSpPr txBox="1"/>
          <p:nvPr/>
        </p:nvSpPr>
        <p:spPr>
          <a:xfrm>
            <a:off x="67857" y="1935387"/>
            <a:ext cx="1479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산재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8B21B-7790-4195-91E4-904B61EC5EE9}"/>
              </a:ext>
            </a:extLst>
          </p:cNvPr>
          <p:cNvSpPr txBox="1"/>
          <p:nvPr/>
        </p:nvSpPr>
        <p:spPr>
          <a:xfrm>
            <a:off x="206578" y="2490827"/>
            <a:ext cx="69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한줄</a:t>
            </a:r>
            <a:r>
              <a:rPr lang="ko-KR" altLang="en-US" dirty="0"/>
              <a:t> 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BE55AE-3461-4A4B-9AAA-528CE6E3DE19}"/>
              </a:ext>
            </a:extLst>
          </p:cNvPr>
          <p:cNvSpPr/>
          <p:nvPr/>
        </p:nvSpPr>
        <p:spPr>
          <a:xfrm>
            <a:off x="7057196" y="1968500"/>
            <a:ext cx="1299404" cy="8959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5750352"/>
            <a:ext cx="8603671" cy="481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5752198"/>
            <a:ext cx="1123951" cy="4708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3417" y="5812308"/>
            <a:ext cx="326366" cy="3263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7914DA-0E1B-4369-9E70-CCD764D00B4E}"/>
              </a:ext>
            </a:extLst>
          </p:cNvPr>
          <p:cNvSpPr txBox="1"/>
          <p:nvPr/>
        </p:nvSpPr>
        <p:spPr>
          <a:xfrm>
            <a:off x="499533" y="3285067"/>
            <a:ext cx="7454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OOO</a:t>
            </a:r>
            <a:r>
              <a:rPr lang="ko-KR" altLang="en-US" dirty="0"/>
              <a:t>님의 </a:t>
            </a:r>
            <a:r>
              <a:rPr lang="en-US" altLang="ko-KR" dirty="0"/>
              <a:t>OOO</a:t>
            </a:r>
            <a:r>
              <a:rPr lang="ko-KR" altLang="en-US" dirty="0"/>
              <a:t>업은 부상순위 </a:t>
            </a:r>
            <a:r>
              <a:rPr lang="en-US" altLang="ko-KR" dirty="0"/>
              <a:t>OO</a:t>
            </a:r>
            <a:r>
              <a:rPr lang="ko-KR" altLang="en-US" dirty="0"/>
              <a:t>위 이며</a:t>
            </a:r>
            <a:r>
              <a:rPr lang="en-US" altLang="ko-KR" dirty="0"/>
              <a:t>, </a:t>
            </a:r>
            <a:r>
              <a:rPr lang="ko-KR" altLang="en-US" dirty="0"/>
              <a:t>가장 높은 부상 종류는 </a:t>
            </a:r>
            <a:r>
              <a:rPr lang="en-US" altLang="ko-KR" dirty="0"/>
              <a:t>OO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6D5D312-89F8-48B7-9AB9-2388EBC7DD6C}"/>
              </a:ext>
            </a:extLst>
          </p:cNvPr>
          <p:cNvSpPr/>
          <p:nvPr/>
        </p:nvSpPr>
        <p:spPr>
          <a:xfrm>
            <a:off x="7763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35FEAC-12D7-49C4-8209-97A0EA2F704B}"/>
              </a:ext>
            </a:extLst>
          </p:cNvPr>
          <p:cNvSpPr/>
          <p:nvPr/>
        </p:nvSpPr>
        <p:spPr>
          <a:xfrm>
            <a:off x="831396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1249" y="190092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208140" y="31628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33184" y="429073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961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0546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 industrial_accident_statistics.html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부상별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통계 슬라이딩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industrial_accident_news_list.html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industrial_accident_news_detail_id.html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1855671"/>
            <a:ext cx="8603671" cy="4811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1857517"/>
            <a:ext cx="1123951" cy="4708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3417" y="1917627"/>
            <a:ext cx="326366" cy="326366"/>
          </a:xfrm>
          <a:prstGeom prst="rect">
            <a:avLst/>
          </a:prstGeom>
        </p:spPr>
      </p:pic>
      <p:graphicFrame>
        <p:nvGraphicFramePr>
          <p:cNvPr id="31" name="표 4">
            <a:extLst>
              <a:ext uri="{FF2B5EF4-FFF2-40B4-BE49-F238E27FC236}">
                <a16:creationId xmlns:a16="http://schemas.microsoft.com/office/drawing/2014/main" id="{C28346CC-9FDB-4C8F-97B6-31A655296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488962"/>
              </p:ext>
            </p:extLst>
          </p:nvPr>
        </p:nvGraphicFramePr>
        <p:xfrm>
          <a:off x="8466" y="2480724"/>
          <a:ext cx="860367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96">
                  <a:extLst>
                    <a:ext uri="{9D8B030D-6E8A-4147-A177-3AD203B41FA5}">
                      <a16:colId xmlns:a16="http://schemas.microsoft.com/office/drawing/2014/main" val="3052106221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2663705773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97598236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15224190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750711354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420074711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6798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업종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부상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요일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연령대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직종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12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1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0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2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80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9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06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58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741A143-1F6D-4DA7-9DC5-AB6D5CD6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병원 찾기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808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11526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80051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46927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55925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89146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4478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39934"/>
              </p:ext>
            </p:extLst>
          </p:nvPr>
        </p:nvGraphicFramePr>
        <p:xfrm>
          <a:off x="8603672" y="1180081"/>
          <a:ext cx="3588327" cy="6215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04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216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5656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559BFEAF-4ABC-466A-99E4-88D326E3235D}"/>
              </a:ext>
            </a:extLst>
          </p:cNvPr>
          <p:cNvSpPr txBox="1"/>
          <p:nvPr/>
        </p:nvSpPr>
        <p:spPr>
          <a:xfrm>
            <a:off x="2813213" y="4939496"/>
            <a:ext cx="94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아니요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06045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56585"/>
              </p:ext>
            </p:extLst>
          </p:nvPr>
        </p:nvGraphicFramePr>
        <p:xfrm>
          <a:off x="8603672" y="1180080"/>
          <a:ext cx="3588327" cy="5721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239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Default 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목록을 줘서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Default 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목록을 줘서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여부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 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yes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체크시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폼 입력 가능하게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4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B9561-DBF3-443C-A167-2524FE0E823A}"/>
              </a:ext>
            </a:extLst>
          </p:cNvPr>
          <p:cNvSpPr txBox="1"/>
          <p:nvPr/>
        </p:nvSpPr>
        <p:spPr>
          <a:xfrm>
            <a:off x="1394659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업종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B67A63E-18B8-4336-AFEF-EEC18DB47284}"/>
              </a:ext>
            </a:extLst>
          </p:cNvPr>
          <p:cNvSpPr/>
          <p:nvPr/>
        </p:nvSpPr>
        <p:spPr>
          <a:xfrm>
            <a:off x="5138003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B0EBA-624E-4601-90D4-3DB870961FB9}"/>
              </a:ext>
            </a:extLst>
          </p:cNvPr>
          <p:cNvSpPr txBox="1"/>
          <p:nvPr/>
        </p:nvSpPr>
        <p:spPr>
          <a:xfrm>
            <a:off x="4251118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직무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62F652-FB52-4E55-9975-334C4CBE1207}"/>
              </a:ext>
            </a:extLst>
          </p:cNvPr>
          <p:cNvSpPr txBox="1"/>
          <p:nvPr/>
        </p:nvSpPr>
        <p:spPr>
          <a:xfrm>
            <a:off x="1425460" y="4975004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산재 여부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0" name="원형: 비어 있음 9">
            <a:extLst>
              <a:ext uri="{FF2B5EF4-FFF2-40B4-BE49-F238E27FC236}">
                <a16:creationId xmlns:a16="http://schemas.microsoft.com/office/drawing/2014/main" id="{FACB6F44-36ED-4022-9B41-249F48FAD2AE}"/>
              </a:ext>
            </a:extLst>
          </p:cNvPr>
          <p:cNvSpPr/>
          <p:nvPr/>
        </p:nvSpPr>
        <p:spPr>
          <a:xfrm>
            <a:off x="2628900" y="5063615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원형: 비어 있음 43">
            <a:extLst>
              <a:ext uri="{FF2B5EF4-FFF2-40B4-BE49-F238E27FC236}">
                <a16:creationId xmlns:a16="http://schemas.microsoft.com/office/drawing/2014/main" id="{295DBDF6-3A76-401B-8335-6E447DEA9FC4}"/>
              </a:ext>
            </a:extLst>
          </p:cNvPr>
          <p:cNvSpPr/>
          <p:nvPr/>
        </p:nvSpPr>
        <p:spPr>
          <a:xfrm>
            <a:off x="3621105" y="5065936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A4E71-AF48-4621-8662-9DFEBF9789D3}"/>
              </a:ext>
            </a:extLst>
          </p:cNvPr>
          <p:cNvSpPr txBox="1"/>
          <p:nvPr/>
        </p:nvSpPr>
        <p:spPr>
          <a:xfrm>
            <a:off x="2235355" y="4939496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096000" y="4985303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281919" y="5020811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485359" y="5109422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477564" y="5111743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091814" y="4985303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574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1742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이거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뺴는거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아니였나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테이블에 왜 있지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 코드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 코드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상병명으로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4" y="305384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4319864" y="3023899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상병 코드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412067" y="305052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68283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7199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 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08307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778121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버튼 누르기 전에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불가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수정버튼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수정가능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7" name="표 57">
            <a:extLst>
              <a:ext uri="{FF2B5EF4-FFF2-40B4-BE49-F238E27FC236}">
                <a16:creationId xmlns:a16="http://schemas.microsoft.com/office/drawing/2014/main" id="{3BB9107F-6DE8-4B93-B616-F1235CB9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9932"/>
              </p:ext>
            </p:extLst>
          </p:nvPr>
        </p:nvGraphicFramePr>
        <p:xfrm>
          <a:off x="103981" y="253568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정보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정보 보기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나의 산재 리스트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정보 수정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50A635-2027-4F34-818D-8C665648693B}"/>
              </a:ext>
            </a:extLst>
          </p:cNvPr>
          <p:cNvSpPr txBox="1"/>
          <p:nvPr/>
        </p:nvSpPr>
        <p:spPr>
          <a:xfrm>
            <a:off x="3598176" y="2035969"/>
            <a:ext cx="140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마이 페이지</a:t>
            </a:r>
          </a:p>
        </p:txBody>
      </p:sp>
    </p:spTree>
    <p:extLst>
      <p:ext uri="{BB962C8B-B14F-4D97-AF65-F5344CB8AC3E}">
        <p14:creationId xmlns:p14="http://schemas.microsoft.com/office/powerpoint/2010/main" val="1326035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559BFEAF-4ABC-466A-99E4-88D326E3235D}"/>
              </a:ext>
            </a:extLst>
          </p:cNvPr>
          <p:cNvSpPr txBox="1"/>
          <p:nvPr/>
        </p:nvSpPr>
        <p:spPr>
          <a:xfrm>
            <a:off x="2813213" y="4939496"/>
            <a:ext cx="94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아니요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981611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4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B9561-DBF3-443C-A167-2524FE0E823A}"/>
              </a:ext>
            </a:extLst>
          </p:cNvPr>
          <p:cNvSpPr txBox="1"/>
          <p:nvPr/>
        </p:nvSpPr>
        <p:spPr>
          <a:xfrm>
            <a:off x="1394659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업종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B67A63E-18B8-4336-AFEF-EEC18DB47284}"/>
              </a:ext>
            </a:extLst>
          </p:cNvPr>
          <p:cNvSpPr/>
          <p:nvPr/>
        </p:nvSpPr>
        <p:spPr>
          <a:xfrm>
            <a:off x="5138003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B0EBA-624E-4601-90D4-3DB870961FB9}"/>
              </a:ext>
            </a:extLst>
          </p:cNvPr>
          <p:cNvSpPr txBox="1"/>
          <p:nvPr/>
        </p:nvSpPr>
        <p:spPr>
          <a:xfrm>
            <a:off x="4251118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직무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62F652-FB52-4E55-9975-334C4CBE1207}"/>
              </a:ext>
            </a:extLst>
          </p:cNvPr>
          <p:cNvSpPr txBox="1"/>
          <p:nvPr/>
        </p:nvSpPr>
        <p:spPr>
          <a:xfrm>
            <a:off x="1425460" y="4975004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산재 여부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0" name="원형: 비어 있음 9">
            <a:extLst>
              <a:ext uri="{FF2B5EF4-FFF2-40B4-BE49-F238E27FC236}">
                <a16:creationId xmlns:a16="http://schemas.microsoft.com/office/drawing/2014/main" id="{FACB6F44-36ED-4022-9B41-249F48FAD2AE}"/>
              </a:ext>
            </a:extLst>
          </p:cNvPr>
          <p:cNvSpPr/>
          <p:nvPr/>
        </p:nvSpPr>
        <p:spPr>
          <a:xfrm>
            <a:off x="2628900" y="5063615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원형: 비어 있음 43">
            <a:extLst>
              <a:ext uri="{FF2B5EF4-FFF2-40B4-BE49-F238E27FC236}">
                <a16:creationId xmlns:a16="http://schemas.microsoft.com/office/drawing/2014/main" id="{295DBDF6-3A76-401B-8335-6E447DEA9FC4}"/>
              </a:ext>
            </a:extLst>
          </p:cNvPr>
          <p:cNvSpPr/>
          <p:nvPr/>
        </p:nvSpPr>
        <p:spPr>
          <a:xfrm>
            <a:off x="3621105" y="5065936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A4E71-AF48-4621-8662-9DFEBF9789D3}"/>
              </a:ext>
            </a:extLst>
          </p:cNvPr>
          <p:cNvSpPr txBox="1"/>
          <p:nvPr/>
        </p:nvSpPr>
        <p:spPr>
          <a:xfrm>
            <a:off x="2235355" y="4939496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096000" y="4985303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281919" y="5020811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485359" y="5109422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477564" y="5111743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091814" y="4985303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559BFEAF-4ABC-466A-99E4-88D326E3235D}"/>
              </a:ext>
            </a:extLst>
          </p:cNvPr>
          <p:cNvSpPr txBox="1"/>
          <p:nvPr/>
        </p:nvSpPr>
        <p:spPr>
          <a:xfrm>
            <a:off x="2813213" y="4939496"/>
            <a:ext cx="94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아니요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4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B9561-DBF3-443C-A167-2524FE0E823A}"/>
              </a:ext>
            </a:extLst>
          </p:cNvPr>
          <p:cNvSpPr txBox="1"/>
          <p:nvPr/>
        </p:nvSpPr>
        <p:spPr>
          <a:xfrm>
            <a:off x="1394659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업종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B67A63E-18B8-4336-AFEF-EEC18DB47284}"/>
              </a:ext>
            </a:extLst>
          </p:cNvPr>
          <p:cNvSpPr/>
          <p:nvPr/>
        </p:nvSpPr>
        <p:spPr>
          <a:xfrm>
            <a:off x="5138003" y="35524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B0EBA-624E-4601-90D4-3DB870961FB9}"/>
              </a:ext>
            </a:extLst>
          </p:cNvPr>
          <p:cNvSpPr txBox="1"/>
          <p:nvPr/>
        </p:nvSpPr>
        <p:spPr>
          <a:xfrm>
            <a:off x="4251118" y="3523513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직무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62F652-FB52-4E55-9975-334C4CBE1207}"/>
              </a:ext>
            </a:extLst>
          </p:cNvPr>
          <p:cNvSpPr txBox="1"/>
          <p:nvPr/>
        </p:nvSpPr>
        <p:spPr>
          <a:xfrm>
            <a:off x="1425460" y="4975004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산재 여부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10" name="원형: 비어 있음 9">
            <a:extLst>
              <a:ext uri="{FF2B5EF4-FFF2-40B4-BE49-F238E27FC236}">
                <a16:creationId xmlns:a16="http://schemas.microsoft.com/office/drawing/2014/main" id="{FACB6F44-36ED-4022-9B41-249F48FAD2AE}"/>
              </a:ext>
            </a:extLst>
          </p:cNvPr>
          <p:cNvSpPr/>
          <p:nvPr/>
        </p:nvSpPr>
        <p:spPr>
          <a:xfrm>
            <a:off x="2628900" y="5063615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원형: 비어 있음 43">
            <a:extLst>
              <a:ext uri="{FF2B5EF4-FFF2-40B4-BE49-F238E27FC236}">
                <a16:creationId xmlns:a16="http://schemas.microsoft.com/office/drawing/2014/main" id="{295DBDF6-3A76-401B-8335-6E447DEA9FC4}"/>
              </a:ext>
            </a:extLst>
          </p:cNvPr>
          <p:cNvSpPr/>
          <p:nvPr/>
        </p:nvSpPr>
        <p:spPr>
          <a:xfrm>
            <a:off x="3621105" y="5065936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A4E71-AF48-4621-8662-9DFEBF9789D3}"/>
              </a:ext>
            </a:extLst>
          </p:cNvPr>
          <p:cNvSpPr txBox="1"/>
          <p:nvPr/>
        </p:nvSpPr>
        <p:spPr>
          <a:xfrm>
            <a:off x="2235355" y="4939496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096000" y="4985303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281919" y="5020811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485359" y="5109422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477564" y="5111743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091814" y="4985303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7779D6-4CAE-4565-BC7C-BAD2310B6D56}"/>
              </a:ext>
            </a:extLst>
          </p:cNvPr>
          <p:cNvSpPr/>
          <p:nvPr/>
        </p:nvSpPr>
        <p:spPr>
          <a:xfrm>
            <a:off x="5889458" y="5576637"/>
            <a:ext cx="1125800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992429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0569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239663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 코드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 코드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상병명으로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03855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2024-11-30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골절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4319864" y="3023899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038551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7E2AE7-725E-42D3-BAC8-E0E032600832}"/>
              </a:ext>
            </a:extLst>
          </p:cNvPr>
          <p:cNvSpPr/>
          <p:nvPr/>
        </p:nvSpPr>
        <p:spPr>
          <a:xfrm>
            <a:off x="2281543" y="346302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2024-11-30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CE1BA19-3D89-4869-A3F2-BAA52A9BC73A}"/>
              </a:ext>
            </a:extLst>
          </p:cNvPr>
          <p:cNvSpPr/>
          <p:nvPr/>
        </p:nvSpPr>
        <p:spPr>
          <a:xfrm>
            <a:off x="5137859" y="346923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화상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856D6-F4BC-482C-933D-5CB2FF260548}"/>
              </a:ext>
            </a:extLst>
          </p:cNvPr>
          <p:cNvSpPr txBox="1"/>
          <p:nvPr/>
        </p:nvSpPr>
        <p:spPr>
          <a:xfrm>
            <a:off x="4319864" y="3448369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A8E61C-A38D-4A57-83CB-2AEA45065D7D}"/>
              </a:ext>
            </a:extLst>
          </p:cNvPr>
          <p:cNvSpPr txBox="1"/>
          <p:nvPr/>
        </p:nvSpPr>
        <p:spPr>
          <a:xfrm>
            <a:off x="1351916" y="3463021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C62480C-D3E2-44E5-B203-E176D1ACA6AF}"/>
              </a:ext>
            </a:extLst>
          </p:cNvPr>
          <p:cNvSpPr/>
          <p:nvPr/>
        </p:nvSpPr>
        <p:spPr>
          <a:xfrm>
            <a:off x="2281543" y="389232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2024-11-30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D468D4-1925-43F5-8359-CE507A55B047}"/>
              </a:ext>
            </a:extLst>
          </p:cNvPr>
          <p:cNvSpPr/>
          <p:nvPr/>
        </p:nvSpPr>
        <p:spPr>
          <a:xfrm>
            <a:off x="5137859" y="3898544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낙상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8CBE57-279B-4136-8DCB-07DA42E1A692}"/>
              </a:ext>
            </a:extLst>
          </p:cNvPr>
          <p:cNvSpPr txBox="1"/>
          <p:nvPr/>
        </p:nvSpPr>
        <p:spPr>
          <a:xfrm>
            <a:off x="4319864" y="3877677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FCF355-8BCF-4CF1-893F-17F1D746CC47}"/>
              </a:ext>
            </a:extLst>
          </p:cNvPr>
          <p:cNvSpPr txBox="1"/>
          <p:nvPr/>
        </p:nvSpPr>
        <p:spPr>
          <a:xfrm>
            <a:off x="1351916" y="3892329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C6200F8-552D-46D6-B7F0-31C6960153FE}"/>
              </a:ext>
            </a:extLst>
          </p:cNvPr>
          <p:cNvSpPr/>
          <p:nvPr/>
        </p:nvSpPr>
        <p:spPr>
          <a:xfrm>
            <a:off x="2281543" y="4325884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2024-11-30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DA57DF1-D9B9-494F-B7A2-405C1752138E}"/>
              </a:ext>
            </a:extLst>
          </p:cNvPr>
          <p:cNvSpPr/>
          <p:nvPr/>
        </p:nvSpPr>
        <p:spPr>
          <a:xfrm>
            <a:off x="5137859" y="433209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골절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C66200-6169-4C68-A802-A588E14C3063}"/>
              </a:ext>
            </a:extLst>
          </p:cNvPr>
          <p:cNvSpPr txBox="1"/>
          <p:nvPr/>
        </p:nvSpPr>
        <p:spPr>
          <a:xfrm>
            <a:off x="4319864" y="4311232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1F3346-15EC-47E4-9BE3-E1D6617D5CBB}"/>
              </a:ext>
            </a:extLst>
          </p:cNvPr>
          <p:cNvSpPr txBox="1"/>
          <p:nvPr/>
        </p:nvSpPr>
        <p:spPr>
          <a:xfrm>
            <a:off x="1351916" y="4325884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51FB62F-5A3B-4CB8-BA86-6D74AECC42FD}"/>
              </a:ext>
            </a:extLst>
          </p:cNvPr>
          <p:cNvSpPr/>
          <p:nvPr/>
        </p:nvSpPr>
        <p:spPr>
          <a:xfrm>
            <a:off x="2281543" y="47447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2024-11-30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0858697-6E93-4BDA-A0AC-A10F236582B6}"/>
              </a:ext>
            </a:extLst>
          </p:cNvPr>
          <p:cNvSpPr/>
          <p:nvPr/>
        </p:nvSpPr>
        <p:spPr>
          <a:xfrm>
            <a:off x="5137859" y="475100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골절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FE9A2E-C433-4D55-9AD2-BC5D85B8460B}"/>
              </a:ext>
            </a:extLst>
          </p:cNvPr>
          <p:cNvSpPr txBox="1"/>
          <p:nvPr/>
        </p:nvSpPr>
        <p:spPr>
          <a:xfrm>
            <a:off x="4319864" y="473013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DAB61-9EEC-4D29-82C7-84CD0FA8C0A2}"/>
              </a:ext>
            </a:extLst>
          </p:cNvPr>
          <p:cNvSpPr txBox="1"/>
          <p:nvPr/>
        </p:nvSpPr>
        <p:spPr>
          <a:xfrm>
            <a:off x="1351916" y="474478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27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35408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부상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 코드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상병명으로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03855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4319864" y="3023899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부상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038551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4151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안전교육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2611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안전교육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안전교육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300802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안전교육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추천 콘텐츠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Default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 기반 추천 콘텐츠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카드 슬라이딩으로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자료유형 필터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체크박스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박스 순으로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전체자료목록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Google Shape;22;p1">
            <a:extLst>
              <a:ext uri="{FF2B5EF4-FFF2-40B4-BE49-F238E27FC236}">
                <a16:creationId xmlns:a16="http://schemas.microsoft.com/office/drawing/2014/main" id="{40FD639F-A39B-4057-8F67-66194D5023D1}"/>
              </a:ext>
            </a:extLst>
          </p:cNvPr>
          <p:cNvSpPr/>
          <p:nvPr/>
        </p:nvSpPr>
        <p:spPr>
          <a:xfrm>
            <a:off x="1081804" y="2571452"/>
            <a:ext cx="5829300" cy="1514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23;p1">
            <a:extLst>
              <a:ext uri="{FF2B5EF4-FFF2-40B4-BE49-F238E27FC236}">
                <a16:creationId xmlns:a16="http://schemas.microsoft.com/office/drawing/2014/main" id="{F94CEA44-AD25-4E2B-B257-ECB5965BB2A4}"/>
              </a:ext>
            </a:extLst>
          </p:cNvPr>
          <p:cNvSpPr txBox="1"/>
          <p:nvPr/>
        </p:nvSpPr>
        <p:spPr>
          <a:xfrm>
            <a:off x="1081804" y="2057103"/>
            <a:ext cx="22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/>
          </a:p>
        </p:txBody>
      </p:sp>
      <p:sp>
        <p:nvSpPr>
          <p:cNvPr id="13" name="Google Shape;24;p1">
            <a:extLst>
              <a:ext uri="{FF2B5EF4-FFF2-40B4-BE49-F238E27FC236}">
                <a16:creationId xmlns:a16="http://schemas.microsoft.com/office/drawing/2014/main" id="{27D4990F-C52B-4FC0-8271-8ACD9DEBE9DE}"/>
              </a:ext>
            </a:extLst>
          </p:cNvPr>
          <p:cNvSpPr/>
          <p:nvPr/>
        </p:nvSpPr>
        <p:spPr>
          <a:xfrm>
            <a:off x="1755698" y="2914353"/>
            <a:ext cx="1157400" cy="844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5;p1">
            <a:extLst>
              <a:ext uri="{FF2B5EF4-FFF2-40B4-BE49-F238E27FC236}">
                <a16:creationId xmlns:a16="http://schemas.microsoft.com/office/drawing/2014/main" id="{5C018E84-C335-433B-8A65-3A9700603530}"/>
              </a:ext>
            </a:extLst>
          </p:cNvPr>
          <p:cNvSpPr/>
          <p:nvPr/>
        </p:nvSpPr>
        <p:spPr>
          <a:xfrm>
            <a:off x="5079922" y="2906373"/>
            <a:ext cx="1157400" cy="844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6;p1">
            <a:extLst>
              <a:ext uri="{FF2B5EF4-FFF2-40B4-BE49-F238E27FC236}">
                <a16:creationId xmlns:a16="http://schemas.microsoft.com/office/drawing/2014/main" id="{06A6F641-28EE-4C74-9880-FD2697297918}"/>
              </a:ext>
            </a:extLst>
          </p:cNvPr>
          <p:cNvSpPr/>
          <p:nvPr/>
        </p:nvSpPr>
        <p:spPr>
          <a:xfrm>
            <a:off x="3417810" y="2906373"/>
            <a:ext cx="1157400" cy="844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27;p1">
            <a:extLst>
              <a:ext uri="{FF2B5EF4-FFF2-40B4-BE49-F238E27FC236}">
                <a16:creationId xmlns:a16="http://schemas.microsoft.com/office/drawing/2014/main" id="{C7FAFBB6-488C-464B-9263-0E20B25495F4}"/>
              </a:ext>
            </a:extLst>
          </p:cNvPr>
          <p:cNvSpPr txBox="1"/>
          <p:nvPr/>
        </p:nvSpPr>
        <p:spPr>
          <a:xfrm>
            <a:off x="6482477" y="3152003"/>
            <a:ext cx="4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28;p1">
            <a:extLst>
              <a:ext uri="{FF2B5EF4-FFF2-40B4-BE49-F238E27FC236}">
                <a16:creationId xmlns:a16="http://schemas.microsoft.com/office/drawing/2014/main" id="{D928FB90-6034-420E-9DE1-190B6384AC3F}"/>
              </a:ext>
            </a:extLst>
          </p:cNvPr>
          <p:cNvSpPr txBox="1"/>
          <p:nvPr/>
        </p:nvSpPr>
        <p:spPr>
          <a:xfrm>
            <a:off x="1288974" y="3153126"/>
            <a:ext cx="4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9;p1">
            <a:extLst>
              <a:ext uri="{FF2B5EF4-FFF2-40B4-BE49-F238E27FC236}">
                <a16:creationId xmlns:a16="http://schemas.microsoft.com/office/drawing/2014/main" id="{E7248793-4CCC-4C97-A7A7-A432AE96BA6C}"/>
              </a:ext>
            </a:extLst>
          </p:cNvPr>
          <p:cNvSpPr/>
          <p:nvPr/>
        </p:nvSpPr>
        <p:spPr>
          <a:xfrm>
            <a:off x="1081804" y="4328815"/>
            <a:ext cx="5829300" cy="441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자료유형 필터 / 검색</a:t>
            </a:r>
            <a:endParaRPr/>
          </a:p>
        </p:txBody>
      </p:sp>
      <p:sp>
        <p:nvSpPr>
          <p:cNvPr id="21" name="Google Shape;34;p1">
            <a:extLst>
              <a:ext uri="{FF2B5EF4-FFF2-40B4-BE49-F238E27FC236}">
                <a16:creationId xmlns:a16="http://schemas.microsoft.com/office/drawing/2014/main" id="{82B78A7A-A36F-401F-8E1C-7BCE88D6BC49}"/>
              </a:ext>
            </a:extLst>
          </p:cNvPr>
          <p:cNvSpPr/>
          <p:nvPr/>
        </p:nvSpPr>
        <p:spPr>
          <a:xfrm>
            <a:off x="1081803" y="5012665"/>
            <a:ext cx="5829300" cy="84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lvl="0">
              <a:defRPr lang="ko-KR"/>
            </a:defPPr>
            <a:lvl1pPr marL="0" lv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전체자료목록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999066" y="245290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999139" y="426450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3D8DC5-A40E-4175-872E-D2F6877CDBE8}"/>
              </a:ext>
            </a:extLst>
          </p:cNvPr>
          <p:cNvSpPr/>
          <p:nvPr/>
        </p:nvSpPr>
        <p:spPr>
          <a:xfrm>
            <a:off x="1006677" y="492627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9556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1699</Words>
  <Application>Microsoft Office PowerPoint</Application>
  <PresentationFormat>와이드스크린</PresentationFormat>
  <Paragraphs>713</Paragraphs>
  <Slides>26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Malgun Gothic</vt:lpstr>
      <vt:lpstr>Malgun Gothic</vt:lpstr>
      <vt:lpstr>Arial</vt:lpstr>
      <vt:lpstr>Office 테마</vt:lpstr>
      <vt:lpstr>스토리보드 산재통계</vt:lpstr>
      <vt:lpstr>메인 , 헤더</vt:lpstr>
      <vt:lpstr>PowerPoint 프레젠테이션</vt:lpstr>
      <vt:lpstr>PowerPoint 프레젠테이션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마이 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안전교육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do yun choi</cp:lastModifiedBy>
  <cp:revision>41</cp:revision>
  <dcterms:created xsi:type="dcterms:W3CDTF">2025-11-24T01:38:34Z</dcterms:created>
  <dcterms:modified xsi:type="dcterms:W3CDTF">2025-11-25T01:20:09Z</dcterms:modified>
</cp:coreProperties>
</file>