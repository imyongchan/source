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373AA-807F-CD7B-A461-5145290A2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B33FF-7356-7258-87EC-4B3922D36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64A63-9779-0591-E759-3A9E03C3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2ED63-D27E-C0CF-0B26-72B2F495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B082B-4255-E53A-4340-EE9B6DF4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82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B9E09-3014-A775-AC0D-52E14C60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4FDF9-335E-0A0E-A2EA-ABAF17748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673683-8BF1-6588-CFB4-C54AE197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89F3E-9933-646A-7057-E3017A26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456CF-AFA0-938C-E8A8-D3E8319C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8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81026-CB5B-7BC0-4CDD-005D08AB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90A0A-3712-07C8-89CD-FAE13FBB8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615D2-C62A-E958-E5C3-9F6CC21E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D0CD56-1F5C-8243-6BFE-36602CD1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B3E348-D2EA-B823-C073-F1215EAD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D3AA1-7B0A-EDDF-52F0-3AE27F75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57FC8-7FBD-CE3E-516F-9F5D96F8E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C885C-7651-8677-CCCF-3DD6565C1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039876-3468-35AA-E903-B0391AE7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D0EB6B-614D-733C-14B9-27F15A87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85FBC-7088-884C-FE70-BBC3F77F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87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F047F-C7AB-F3D2-C762-8AF3DDA5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876FE-9EBE-2D78-DF65-D36FE7B11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BD59-95BD-34C7-8B36-3E1B402CF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909E1F-B95E-790B-50ED-0DB8043AF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4A5700-0044-CC69-8EF2-E998F5217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87FA98-C1E0-FEF0-828B-4B2ED09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A48583-CE22-8D5F-23BA-E1AE422A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6A83E-FAA8-8701-BDB0-6B7B3814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48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5D65-99CA-D668-9452-AED2637A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90E854-9FD5-B76C-2C06-5EBE47E5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4FB4C9-7090-8373-54A2-19A8251C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B27C58-EF53-DD0D-6A3A-05914654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6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19A2E9-5BF0-509E-5D56-FFA9DA11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C95D95-375F-437F-E761-F5385745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FC2E2-2307-25FC-2606-68C65557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05161-C1C6-0D5D-B6C1-65AE2BA9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57ACBF-83C3-A56D-0E4C-6A6F3A8B9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C2B2BA-46E4-FF56-B8D3-667A651C4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B0B652-20ED-D1AF-EF0A-8E57ED3F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BB7CD9-1EA5-1BD6-6F30-749170B4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2FC9BC-6CC0-7DDD-009D-37F0A1FA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6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5E20B-F2D6-3B5C-702D-FD62270B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09D71A-9090-4FFF-69AF-1EBD5B518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2B5110-0881-E741-841D-454EE9B9B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CC24A-97EB-8F1A-BF9A-6932BC44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450C8-EBB5-193A-DE03-A00667A5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FF4990-1DFD-9280-D31A-A70B6D2E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24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355E4-1337-55BD-61A1-93A151E7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3C9B77-2B47-AA70-BAB7-D02669539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1AC8C-EC09-3DBE-DA00-2B92B62F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E9538-F288-E393-E4B1-2B4FE042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9407B-CF7D-639D-0C65-D3ADCAE1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14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09E450-05E1-829E-BED9-5F4D02D79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4564B8-C02E-1F15-3363-BFDFF44E1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04863-27EC-72D7-D2EE-7AE0B203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4FEE1-7603-02E3-17C0-DA6E3B7A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9F8C0-07C4-19C7-B021-4300B29D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8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0A7C52-9FC7-92B0-2352-9AC7D317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0E304-C122-A921-54A7-945CFD108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38CF9-E949-1358-A1EA-348100B77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88BD3-170F-4DE9-A0A3-F672D37C8A4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87C22E-4DF6-04F0-FCEB-37A2FD775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96E161-1BB6-7CEF-2AC3-83BB79960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40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anjaenews.co.kr/news/list.php?mcode=m641vf2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6810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20750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산재뉴스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http://sanjaenews.co.kr/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웹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해당 뉴스기사 상세페이지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hlinkClick r:id="rId3"/>
                        </a:rPr>
                        <a:t>http://sanjaenews.co.kr/news/list.php?mcode=m641vf2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뉴스기사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상세페이지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페이지로 이동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페이징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기사 제목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FCE0AF-DF9C-AED0-0467-DF78839185AD}"/>
              </a:ext>
            </a:extLst>
          </p:cNvPr>
          <p:cNvSpPr/>
          <p:nvPr/>
        </p:nvSpPr>
        <p:spPr>
          <a:xfrm>
            <a:off x="142935" y="1850565"/>
            <a:ext cx="343948" cy="319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F93C3F8-38CC-B65C-51C1-2FD2BB7FF52F}"/>
              </a:ext>
            </a:extLst>
          </p:cNvPr>
          <p:cNvSpPr/>
          <p:nvPr/>
        </p:nvSpPr>
        <p:spPr>
          <a:xfrm>
            <a:off x="2513319" y="2010352"/>
            <a:ext cx="343948" cy="319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888134"/>
            <a:ext cx="809375" cy="1433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073526"/>
            <a:ext cx="809375" cy="1433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246477"/>
            <a:ext cx="809375" cy="1433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C6A612-4F45-D1C4-95A7-2D67A88EF510}"/>
              </a:ext>
            </a:extLst>
          </p:cNvPr>
          <p:cNvSpPr/>
          <p:nvPr/>
        </p:nvSpPr>
        <p:spPr>
          <a:xfrm>
            <a:off x="2513319" y="3176221"/>
            <a:ext cx="343948" cy="319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F898BE-BA4D-399E-6708-643C74531D15}"/>
              </a:ext>
            </a:extLst>
          </p:cNvPr>
          <p:cNvSpPr/>
          <p:nvPr/>
        </p:nvSpPr>
        <p:spPr>
          <a:xfrm>
            <a:off x="2513319" y="4397875"/>
            <a:ext cx="343948" cy="319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E984FF5-2B13-2843-30BA-1DF89A4CC858}"/>
              </a:ext>
            </a:extLst>
          </p:cNvPr>
          <p:cNvSpPr/>
          <p:nvPr/>
        </p:nvSpPr>
        <p:spPr>
          <a:xfrm>
            <a:off x="2513319" y="5759512"/>
            <a:ext cx="343948" cy="319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EE5E149-B83B-8A34-0DD7-A5B046681536}"/>
              </a:ext>
            </a:extLst>
          </p:cNvPr>
          <p:cNvGrpSpPr/>
          <p:nvPr/>
        </p:nvGrpSpPr>
        <p:grpSpPr>
          <a:xfrm>
            <a:off x="314909" y="2224455"/>
            <a:ext cx="1111544" cy="935346"/>
            <a:chOff x="314909" y="2267877"/>
            <a:chExt cx="1111544" cy="935346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3846343E-B1F6-DB92-6C16-B9DA1096D06D}"/>
                </a:ext>
              </a:extLst>
            </p:cNvPr>
            <p:cNvSpPr/>
            <p:nvPr/>
          </p:nvSpPr>
          <p:spPr>
            <a:xfrm>
              <a:off x="518562" y="2267877"/>
              <a:ext cx="907891" cy="7966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기사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이미지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D795F95-2ED2-0599-2CDA-7383508815AE}"/>
                </a:ext>
              </a:extLst>
            </p:cNvPr>
            <p:cNvSpPr/>
            <p:nvPr/>
          </p:nvSpPr>
          <p:spPr>
            <a:xfrm>
              <a:off x="314909" y="2883648"/>
              <a:ext cx="343948" cy="31957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F95A331-00A0-997A-698F-FE4F438C7965}"/>
              </a:ext>
            </a:extLst>
          </p:cNvPr>
          <p:cNvGrpSpPr/>
          <p:nvPr/>
        </p:nvGrpSpPr>
        <p:grpSpPr>
          <a:xfrm>
            <a:off x="314909" y="3408107"/>
            <a:ext cx="1111544" cy="935346"/>
            <a:chOff x="314909" y="2267877"/>
            <a:chExt cx="1111544" cy="935346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64A70A1D-A872-3F76-0E98-5DB1B4239256}"/>
                </a:ext>
              </a:extLst>
            </p:cNvPr>
            <p:cNvSpPr/>
            <p:nvPr/>
          </p:nvSpPr>
          <p:spPr>
            <a:xfrm>
              <a:off x="518562" y="2267877"/>
              <a:ext cx="907891" cy="7966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기사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이미지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77E7AB6-F383-C06A-06EC-3E4ED3F021FA}"/>
                </a:ext>
              </a:extLst>
            </p:cNvPr>
            <p:cNvSpPr/>
            <p:nvPr/>
          </p:nvSpPr>
          <p:spPr>
            <a:xfrm>
              <a:off x="314909" y="2883648"/>
              <a:ext cx="343948" cy="31957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FE71B03-F0A7-4130-2290-5B1249DBAA48}"/>
              </a:ext>
            </a:extLst>
          </p:cNvPr>
          <p:cNvGrpSpPr/>
          <p:nvPr/>
        </p:nvGrpSpPr>
        <p:grpSpPr>
          <a:xfrm>
            <a:off x="314909" y="4601148"/>
            <a:ext cx="1111544" cy="935346"/>
            <a:chOff x="314909" y="2267877"/>
            <a:chExt cx="1111544" cy="935346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77202031-CF92-B844-8F4F-D42B89D773B0}"/>
                </a:ext>
              </a:extLst>
            </p:cNvPr>
            <p:cNvSpPr/>
            <p:nvPr/>
          </p:nvSpPr>
          <p:spPr>
            <a:xfrm>
              <a:off x="518562" y="2267877"/>
              <a:ext cx="907891" cy="7966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기사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이미지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61731C00-61C1-0C86-EDE1-902D18FE3E19}"/>
                </a:ext>
              </a:extLst>
            </p:cNvPr>
            <p:cNvSpPr/>
            <p:nvPr/>
          </p:nvSpPr>
          <p:spPr>
            <a:xfrm>
              <a:off x="314909" y="2883648"/>
              <a:ext cx="343948" cy="31957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128</Words>
  <Application>Microsoft Office PowerPoint</Application>
  <PresentationFormat>와이드스크린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2025-11-25T05:04:25Z</dcterms:created>
  <dcterms:modified xsi:type="dcterms:W3CDTF">2025-11-25T08:08:01Z</dcterms:modified>
</cp:coreProperties>
</file>