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96" r:id="rId2"/>
    <p:sldId id="29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517A6-99C0-437F-8AEC-6078E99BE2CA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99E0B-221F-4E73-95A9-9B13B51F7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930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212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7D14F-6919-9703-EB39-005DEEE88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C93702-6FE6-62FA-9BA8-716FE418C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A77A4D-5D38-96FB-6737-7C975471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87AEC-12FC-AED8-C068-D719FDFD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C2BD8E-A145-2848-6FF5-80DB37E8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1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C4674-3065-2CC4-9F96-CEABF82F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4FBA6-790D-A8AA-4D7F-E63E3F08F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4FE723-CD79-1C7F-23BD-13BE641C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D0FF7-6EA2-8412-670C-CC5748BD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DFA53F-7F92-D2FE-B746-9D2912DB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87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12F01-2143-2D7A-4A47-F45BE9B5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99814-0F05-8EA4-E179-2E7DE354A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536E50-32D4-BDAE-6AE1-05E36CEE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FEBE43-963B-1741-BA89-B80BDADB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C3EB8-1F63-ABD2-8F9B-B89F246D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1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F92A9-BA19-BC21-6A78-0FCBCE69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2C1F1-DFCD-7F2C-DB4B-DB8FE994C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BFFE8B-77E8-45FD-ECAF-10342DD71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C6FB55-29FA-BFF1-1F95-5A15B02D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F672E2-C8A2-F0FC-851E-3C5DEA26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13C7E-3AA9-8F0D-49DF-F843BC98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48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50F3B-B9D9-95A7-0491-7A981DCC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31B85E-4AE6-BE88-4F43-B798ECCC7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CE2C1E-75A0-2973-0154-5514DAA61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11C081-A463-6E5A-2772-6CC98B0C1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4897DF-D4E3-E9C2-6C88-F046D1AEB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C74D99-F7D5-F66F-2FC5-03B94D58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524B41-F2D6-CC2B-BDD6-2C571B75C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F42DFF-93F9-24CB-4FCA-3EE349BD2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45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633D4-2578-4C3F-B9E4-C956233F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1B17FC9-6FDB-978C-BFF1-6D1D3727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2CA283-2B37-0B4A-F2C5-54DC5405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55D24A-D451-0B78-05DA-BCD529FD7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2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4FE84C-321D-A31F-79CF-AAE99D74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872255-ADA6-6E9E-46F6-FC85BE17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B2646F-C1E9-3B9F-7365-92F17CE2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40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3C10B-BAAD-D583-D9C6-E2A58A05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15A77-A952-84ED-E695-E9BCA7BA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182CA3-B23D-AC35-D04C-68EA61A20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B05A03-FFD8-772F-3F29-26BC3B30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461904-A984-BA11-322D-AD6D2F01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B40222-CE0D-4818-5CD8-B01B483A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10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B2283-DCCA-99ED-4A90-DDA42BEAC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048D24-4F7B-5345-51E8-A2EC3AA90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0615E-8DC5-B6FB-342F-EC566F4D5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2C409A-12F9-F475-440A-C6AB5397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A78F36-B54D-B748-D7F9-267A1FF5D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3DFF63-05D9-016A-921F-F4E803C8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45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3BFE4-527D-020F-1D6E-D39768D1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53B459-CABC-145E-F192-6D0846BE5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5C608-8DFA-81E7-23DC-080040DA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27460B-4DD7-B7BC-4248-8183BC78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98FFCF-CAD6-4821-3877-8396F5A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33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9A03C3-9727-7984-0F35-C482F94F6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7861E8-F091-E07B-C592-473E161F8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A5635-24FF-2FE1-C133-01102D53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112F6A-9E59-8301-2296-0EF79CEC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C4D7E-5A3B-9131-28FB-352F09DE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588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E8B02D-7371-BB41-0EC7-E0731611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36B2E9-8CB7-00E0-8B80-8751513A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DF64A-F671-C5FF-A516-7E73CEE76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CDE69-69CA-498C-9674-18D41947D319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30AF68-5D97-8431-77F9-A6534CAD4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F19CAC-7870-E427-A9CB-9C35BED6D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7DD8F-8458-4DDB-BD32-A7F5A864E9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8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7576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리뷰관리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113723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리뷰관리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회원들이 등록한 리뷰 열람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테이블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상세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열람 하고싶은 리뷰 검색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09939" y="1339669"/>
            <a:ext cx="792264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ED75A3-C1B1-6944-2403-D1EC42282AF6}"/>
              </a:ext>
            </a:extLst>
          </p:cNvPr>
          <p:cNvGrpSpPr/>
          <p:nvPr/>
        </p:nvGrpSpPr>
        <p:grpSpPr>
          <a:xfrm>
            <a:off x="309939" y="2319354"/>
            <a:ext cx="2680647" cy="4621505"/>
            <a:chOff x="308035" y="2064890"/>
            <a:chExt cx="2166717" cy="462150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AD4B23-8DC2-005C-4070-DF563D7B3D78}"/>
                </a:ext>
              </a:extLst>
            </p:cNvPr>
            <p:cNvSpPr/>
            <p:nvPr/>
          </p:nvSpPr>
          <p:spPr>
            <a:xfrm>
              <a:off x="30803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C568FB2-9E67-60F6-B99D-32DF7037BF65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429D88C-05BE-F954-C287-D8E3946D3A94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85F9D515-7146-5D5C-5085-8750F36CBA2A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F28D879-ADA5-71AF-D313-BF628F642CFA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3FECF496-6E84-5B9A-43FF-5B8F22CC486D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55567B12-B9DC-3980-B9E8-86AE919F40DB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584D4EF-1071-4B10-B0CC-F73DB44CFA1D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A5A20FE6-FCEE-9217-2592-8C2FFD476869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698B42-7568-0FA7-9E24-99526805BF4E}"/>
              </a:ext>
            </a:extLst>
          </p:cNvPr>
          <p:cNvSpPr/>
          <p:nvPr/>
        </p:nvSpPr>
        <p:spPr>
          <a:xfrm>
            <a:off x="5190309" y="1806681"/>
            <a:ext cx="3040369" cy="37510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E29E2E-B92C-B987-4977-94C6A3C734F0}"/>
              </a:ext>
            </a:extLst>
          </p:cNvPr>
          <p:cNvSpPr/>
          <p:nvPr/>
        </p:nvSpPr>
        <p:spPr>
          <a:xfrm>
            <a:off x="6096000" y="1833019"/>
            <a:ext cx="2058099" cy="3123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검색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33A41A-DAB7-80E9-153C-9DCC89077478}"/>
              </a:ext>
            </a:extLst>
          </p:cNvPr>
          <p:cNvGrpSpPr/>
          <p:nvPr/>
        </p:nvGrpSpPr>
        <p:grpSpPr>
          <a:xfrm>
            <a:off x="2986481" y="2319354"/>
            <a:ext cx="2504497" cy="4621505"/>
            <a:chOff x="2464455" y="2064890"/>
            <a:chExt cx="2166717" cy="462150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754E66E-F266-5FE2-AE79-1650855F383C}"/>
                </a:ext>
              </a:extLst>
            </p:cNvPr>
            <p:cNvSpPr/>
            <p:nvPr/>
          </p:nvSpPr>
          <p:spPr>
            <a:xfrm>
              <a:off x="246445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255BF8E-A615-DDC5-43E5-C0FE462BF9AC}"/>
                </a:ext>
              </a:extLst>
            </p:cNvPr>
            <p:cNvSpPr/>
            <p:nvPr/>
          </p:nvSpPr>
          <p:spPr>
            <a:xfrm>
              <a:off x="246636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06AE7E4-C1D4-1389-9542-88E70125085A}"/>
                </a:ext>
              </a:extLst>
            </p:cNvPr>
            <p:cNvSpPr/>
            <p:nvPr/>
          </p:nvSpPr>
          <p:spPr>
            <a:xfrm>
              <a:off x="246636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2C75C338-76F1-107F-42FE-30893B17AD0A}"/>
                </a:ext>
              </a:extLst>
            </p:cNvPr>
            <p:cNvSpPr/>
            <p:nvPr/>
          </p:nvSpPr>
          <p:spPr>
            <a:xfrm>
              <a:off x="246446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513B201C-12D7-5B94-EEC9-7577A7FFFD1B}"/>
                </a:ext>
              </a:extLst>
            </p:cNvPr>
            <p:cNvSpPr/>
            <p:nvPr/>
          </p:nvSpPr>
          <p:spPr>
            <a:xfrm>
              <a:off x="246446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9C9A893-78BC-AA39-79E7-AC119FC8A42A}"/>
                </a:ext>
              </a:extLst>
            </p:cNvPr>
            <p:cNvSpPr/>
            <p:nvPr/>
          </p:nvSpPr>
          <p:spPr>
            <a:xfrm>
              <a:off x="246446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DDC1614-7D20-DB22-B5AB-52EC0D21EE8B}"/>
                </a:ext>
              </a:extLst>
            </p:cNvPr>
            <p:cNvSpPr/>
            <p:nvPr/>
          </p:nvSpPr>
          <p:spPr>
            <a:xfrm>
              <a:off x="246446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A1450180-0E97-EDBB-B6DB-CB2473798304}"/>
                </a:ext>
              </a:extLst>
            </p:cNvPr>
            <p:cNvSpPr/>
            <p:nvPr/>
          </p:nvSpPr>
          <p:spPr>
            <a:xfrm>
              <a:off x="246446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9FD7DF7-288F-5E0C-233E-08A33F33F418}"/>
                </a:ext>
              </a:extLst>
            </p:cNvPr>
            <p:cNvSpPr/>
            <p:nvPr/>
          </p:nvSpPr>
          <p:spPr>
            <a:xfrm>
              <a:off x="246446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19DC55-76DC-D8C9-E4DE-45000C546144}"/>
              </a:ext>
            </a:extLst>
          </p:cNvPr>
          <p:cNvGrpSpPr/>
          <p:nvPr/>
        </p:nvGrpSpPr>
        <p:grpSpPr>
          <a:xfrm>
            <a:off x="5492884" y="2319354"/>
            <a:ext cx="2739693" cy="4621505"/>
            <a:chOff x="5492884" y="2064890"/>
            <a:chExt cx="2739693" cy="4621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3DE84B6-AE7B-49EE-1F15-4D101387CB4B}"/>
                </a:ext>
              </a:extLst>
            </p:cNvPr>
            <p:cNvSpPr/>
            <p:nvPr/>
          </p:nvSpPr>
          <p:spPr>
            <a:xfrm>
              <a:off x="5492884" y="2064890"/>
              <a:ext cx="2737787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AFADA21-1195-0074-4616-8C7FC98F6562}"/>
                </a:ext>
              </a:extLst>
            </p:cNvPr>
            <p:cNvSpPr/>
            <p:nvPr/>
          </p:nvSpPr>
          <p:spPr>
            <a:xfrm>
              <a:off x="5494789" y="2334453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DB277293-6632-DFCB-C8C4-E844F28C1BEE}"/>
                </a:ext>
              </a:extLst>
            </p:cNvPr>
            <p:cNvSpPr/>
            <p:nvPr/>
          </p:nvSpPr>
          <p:spPr>
            <a:xfrm>
              <a:off x="5494789" y="2881569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849E0BE9-3CEB-3569-DA93-5B24EC5C7B8E}"/>
                </a:ext>
              </a:extLst>
            </p:cNvPr>
            <p:cNvSpPr/>
            <p:nvPr/>
          </p:nvSpPr>
          <p:spPr>
            <a:xfrm>
              <a:off x="5492890" y="3429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91CB0D1-CB53-9955-F570-197594361061}"/>
                </a:ext>
              </a:extLst>
            </p:cNvPr>
            <p:cNvSpPr/>
            <p:nvPr/>
          </p:nvSpPr>
          <p:spPr>
            <a:xfrm>
              <a:off x="5492890" y="3968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989F8A61-1A2B-9FC1-9BDF-4BDA1B70FF22}"/>
                </a:ext>
              </a:extLst>
            </p:cNvPr>
            <p:cNvSpPr/>
            <p:nvPr/>
          </p:nvSpPr>
          <p:spPr>
            <a:xfrm>
              <a:off x="5492889" y="5062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36E6EC0-31D2-C5AA-2085-03B2D3BD3DC2}"/>
                </a:ext>
              </a:extLst>
            </p:cNvPr>
            <p:cNvSpPr/>
            <p:nvPr/>
          </p:nvSpPr>
          <p:spPr>
            <a:xfrm>
              <a:off x="5492889" y="4515431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FE787AB-89B3-5A0E-8090-C9A1CCBEDDC9}"/>
                </a:ext>
              </a:extLst>
            </p:cNvPr>
            <p:cNvSpPr/>
            <p:nvPr/>
          </p:nvSpPr>
          <p:spPr>
            <a:xfrm>
              <a:off x="5492889" y="5601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09F39EF-3ED6-7CB6-9A31-074F8DACD801}"/>
                </a:ext>
              </a:extLst>
            </p:cNvPr>
            <p:cNvSpPr/>
            <p:nvPr/>
          </p:nvSpPr>
          <p:spPr>
            <a:xfrm>
              <a:off x="5492889" y="6138964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29F664-9076-B942-8B0D-C42136881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73" y="1866583"/>
            <a:ext cx="240484" cy="240484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7D8DCF-6DD6-A39C-7BC4-2D56EEEEE865}"/>
              </a:ext>
            </a:extLst>
          </p:cNvPr>
          <p:cNvSpPr/>
          <p:nvPr/>
        </p:nvSpPr>
        <p:spPr>
          <a:xfrm>
            <a:off x="392647" y="2215911"/>
            <a:ext cx="226502" cy="206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6E72F8-90C8-3C96-739C-DC92FF370D93}"/>
              </a:ext>
            </a:extLst>
          </p:cNvPr>
          <p:cNvSpPr/>
          <p:nvPr/>
        </p:nvSpPr>
        <p:spPr>
          <a:xfrm>
            <a:off x="5561399" y="1833019"/>
            <a:ext cx="544709" cy="31235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필터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07BB406C-DD47-D895-9D6C-21E0EE2B77E8}"/>
              </a:ext>
            </a:extLst>
          </p:cNvPr>
          <p:cNvSpPr/>
          <p:nvPr/>
        </p:nvSpPr>
        <p:spPr>
          <a:xfrm>
            <a:off x="5075154" y="1737254"/>
            <a:ext cx="226502" cy="206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7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293171"/>
              </p:ext>
            </p:extLst>
          </p:nvPr>
        </p:nvGraphicFramePr>
        <p:xfrm>
          <a:off x="0" y="0"/>
          <a:ext cx="12192000" cy="121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02051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리뷰관리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삭제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목록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리뷰관리 페이지도 이동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09939" y="1339669"/>
            <a:ext cx="792264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 상세 페이지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AB13593-1D47-439D-0208-56CDE35154DF}"/>
              </a:ext>
            </a:extLst>
          </p:cNvPr>
          <p:cNvSpPr/>
          <p:nvPr/>
        </p:nvSpPr>
        <p:spPr>
          <a:xfrm>
            <a:off x="309939" y="1820467"/>
            <a:ext cx="1661474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작성자 </a:t>
            </a:r>
            <a:r>
              <a:rPr lang="en-US" altLang="ko-KR" dirty="0"/>
              <a:t>ID: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1DAA5C-4A6E-0279-F7AC-903F06149C92}"/>
              </a:ext>
            </a:extLst>
          </p:cNvPr>
          <p:cNvSpPr/>
          <p:nvPr/>
        </p:nvSpPr>
        <p:spPr>
          <a:xfrm>
            <a:off x="309939" y="2250874"/>
            <a:ext cx="1661474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병원 이름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79D7F8-E72E-D61B-AD18-A7B5423AAE47}"/>
              </a:ext>
            </a:extLst>
          </p:cNvPr>
          <p:cNvSpPr/>
          <p:nvPr/>
        </p:nvSpPr>
        <p:spPr>
          <a:xfrm>
            <a:off x="309939" y="2685636"/>
            <a:ext cx="1661474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 날짜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EF7147-F621-C3C1-7721-7AB4C78BF49B}"/>
              </a:ext>
            </a:extLst>
          </p:cNvPr>
          <p:cNvSpPr/>
          <p:nvPr/>
        </p:nvSpPr>
        <p:spPr>
          <a:xfrm>
            <a:off x="0" y="3187530"/>
            <a:ext cx="1661474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3504B8-B2AD-E42A-C759-8FCCA5E56F53}"/>
              </a:ext>
            </a:extLst>
          </p:cNvPr>
          <p:cNvSpPr/>
          <p:nvPr/>
        </p:nvSpPr>
        <p:spPr>
          <a:xfrm>
            <a:off x="1803633" y="1770077"/>
            <a:ext cx="3588327" cy="4304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68325-A4C9-524A-EE62-42C7168661A5}"/>
              </a:ext>
            </a:extLst>
          </p:cNvPr>
          <p:cNvSpPr/>
          <p:nvPr/>
        </p:nvSpPr>
        <p:spPr>
          <a:xfrm>
            <a:off x="1803633" y="2200485"/>
            <a:ext cx="3588327" cy="4304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85B46E-9324-FED2-56F5-1B5F881F0202}"/>
              </a:ext>
            </a:extLst>
          </p:cNvPr>
          <p:cNvSpPr/>
          <p:nvPr/>
        </p:nvSpPr>
        <p:spPr>
          <a:xfrm>
            <a:off x="1803633" y="2621601"/>
            <a:ext cx="3588327" cy="4304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186B4-B3F4-AA7E-F0AA-51397BD4E892}"/>
              </a:ext>
            </a:extLst>
          </p:cNvPr>
          <p:cNvSpPr/>
          <p:nvPr/>
        </p:nvSpPr>
        <p:spPr>
          <a:xfrm>
            <a:off x="620785" y="3514222"/>
            <a:ext cx="7611797" cy="2374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EC979E3-1B37-78A2-DAE2-02264AD887B6}"/>
              </a:ext>
            </a:extLst>
          </p:cNvPr>
          <p:cNvSpPr/>
          <p:nvPr/>
        </p:nvSpPr>
        <p:spPr>
          <a:xfrm>
            <a:off x="6737757" y="6199957"/>
            <a:ext cx="703277" cy="32667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11BE5B9-5EA5-7522-2357-C644713B6667}"/>
              </a:ext>
            </a:extLst>
          </p:cNvPr>
          <p:cNvSpPr/>
          <p:nvPr/>
        </p:nvSpPr>
        <p:spPr>
          <a:xfrm>
            <a:off x="7529305" y="6199957"/>
            <a:ext cx="703277" cy="326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목록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DA5EFB-AD7A-514B-4707-BEAF487A3472}"/>
              </a:ext>
            </a:extLst>
          </p:cNvPr>
          <p:cNvSpPr/>
          <p:nvPr/>
        </p:nvSpPr>
        <p:spPr>
          <a:xfrm>
            <a:off x="6660859" y="6123963"/>
            <a:ext cx="243280" cy="22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9FB096-78E5-1907-8F7F-8153F6570271}"/>
              </a:ext>
            </a:extLst>
          </p:cNvPr>
          <p:cNvSpPr/>
          <p:nvPr/>
        </p:nvSpPr>
        <p:spPr>
          <a:xfrm>
            <a:off x="7474590" y="6123963"/>
            <a:ext cx="243280" cy="227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1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188</Words>
  <Application>Microsoft Office PowerPoint</Application>
  <PresentationFormat>와이드스크린</PresentationFormat>
  <Paragraphs>77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2025-11-27T02:56:56Z</dcterms:created>
  <dcterms:modified xsi:type="dcterms:W3CDTF">2025-11-27T06:23:32Z</dcterms:modified>
</cp:coreProperties>
</file>