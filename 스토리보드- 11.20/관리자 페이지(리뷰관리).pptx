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96" r:id="rId2"/>
    <p:sldId id="29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1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A517A6-99C0-437F-8AEC-6078E99BE2CA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899E0B-221F-4E73-95A9-9B13B51F79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930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212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17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E7D14F-6919-9703-EB39-005DEEE88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AC93702-6FE6-62FA-9BA8-716FE418C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A77A4D-5D38-96FB-6737-7C9754713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787AEC-12FC-AED8-C068-D719FDFDD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C2BD8E-A145-2848-6FF5-80DB37E87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11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CC4674-3065-2CC4-9F96-CEABF82F9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B4FBA6-790D-A8AA-4D7F-E63E3F08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4FE723-CD79-1C7F-23BD-13BE641C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D0FF7-6EA2-8412-670C-CC5748BDB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DFA53F-7F92-D2FE-B746-9D2912DB7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8875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12F01-2143-2D7A-4A47-F45BE9B50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099814-0F05-8EA4-E179-2E7DE354A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36E50-32D4-BDAE-6AE1-05E36CEE8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FEBE43-963B-1741-BA89-B80BDADB6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C3EB8-1F63-ABD2-8F9B-B89F246D1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16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6F92A9-BA19-BC21-6A78-0FCBCE69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32C1F1-DFCD-7F2C-DB4B-DB8FE994C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CBFFE8B-77E8-45FD-ECAF-10342DD71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C6FB55-29FA-BFF1-1F95-5A15B02D5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6F672E2-C8A2-F0FC-851E-3C5DEA26D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13C7E-3AA9-8F0D-49DF-F843BC98C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348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50F3B-B9D9-95A7-0491-7A981DCC8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31B85E-4AE6-BE88-4F43-B798ECCC70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CE2C1E-75A0-2973-0154-5514DAA611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A11C081-A463-6E5A-2772-6CC98B0C11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64897DF-D4E3-E9C2-6C88-F046D1AEBE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6C74D99-F7D5-F66F-2FC5-03B94D58E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0524B41-F2D6-CC2B-BDD6-2C571B75C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F42DFF-93F9-24CB-4FCA-3EE349BD2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452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9633D4-2578-4C3F-B9E4-C956233F9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1B17FC9-6FDB-978C-BFF1-6D1D3727D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32CA283-2B37-0B4A-F2C5-54DC5405B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655D24A-D451-0B78-05DA-BCD529FD7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26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64FE84C-321D-A31F-79CF-AAE99D740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872255-ADA6-6E9E-46F6-FC85BE178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B2646F-C1E9-3B9F-7365-92F17CE2D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404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53C10B-BAAD-D583-D9C6-E2A58A05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715A77-A952-84ED-E695-E9BCA7BAE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A182CA3-B23D-AC35-D04C-68EA61A20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B05A03-FFD8-772F-3F29-26BC3B309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8461904-A984-BA11-322D-AD6D2F010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B40222-CE0D-4818-5CD8-B01B483A8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910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FB2283-DCCA-99ED-4A90-DDA42BEAC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048D24-4F7B-5345-51E8-A2EC3AA908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70615E-8DC5-B6FB-342F-EC566F4D5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2C409A-12F9-F475-440A-C6AB53970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A78F36-B54D-B748-D7F9-267A1FF5D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3DFF63-05D9-016A-921F-F4E803C85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451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3BFE4-527D-020F-1D6E-D39768D15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53B459-CABC-145E-F192-6D0846BE52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A5C608-8DFA-81E7-23DC-080040DAE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27460B-4DD7-B7BC-4248-8183BC781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98FFCF-CAD6-4821-3877-8396F5AD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330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89A03C3-9727-7984-0F35-C482F94F6F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F7861E8-F091-E07B-C592-473E161F8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2A5635-24FF-2FE1-C133-01102D53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112F6A-9E59-8301-2296-0EF79CEC9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0C4D7E-5A3B-9131-28FB-352F09DE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5588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9E8B02D-7371-BB41-0EC7-E0731611C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36B2E9-8CB7-00E0-8B80-8751513AF4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1DF64A-F671-C5FF-A516-7E73CEE764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CDE69-69CA-498C-9674-18D41947D319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30AF68-5D97-8431-77F9-A6534CAD49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F19CAC-7870-E427-A9CB-9C35BED6D7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7DD8F-8458-4DDB-BD32-A7F5A864E9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989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75760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</a:p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리뷰관리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827600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회원들이 등록한 리뷰 열람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테이블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상세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 버튼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“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 하겠습니까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?”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팝업으로 체크 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309939" y="1339669"/>
            <a:ext cx="7922643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47D8DCF-6DD6-A39C-7BC4-2D56EEEEE865}"/>
              </a:ext>
            </a:extLst>
          </p:cNvPr>
          <p:cNvSpPr/>
          <p:nvPr/>
        </p:nvSpPr>
        <p:spPr>
          <a:xfrm>
            <a:off x="308040" y="1973408"/>
            <a:ext cx="226502" cy="2068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AAD4B23-8DC2-005C-4070-DF563D7B3D78}"/>
              </a:ext>
            </a:extLst>
          </p:cNvPr>
          <p:cNvSpPr/>
          <p:nvPr/>
        </p:nvSpPr>
        <p:spPr>
          <a:xfrm>
            <a:off x="309939" y="1686347"/>
            <a:ext cx="2164811" cy="2692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754E66E-F266-5FE2-AE79-1650855F383C}"/>
              </a:ext>
            </a:extLst>
          </p:cNvPr>
          <p:cNvSpPr/>
          <p:nvPr/>
        </p:nvSpPr>
        <p:spPr>
          <a:xfrm>
            <a:off x="2466359" y="1686347"/>
            <a:ext cx="2164811" cy="2692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83DE84B6-AE7B-49EE-1F15-4D101387CB4B}"/>
              </a:ext>
            </a:extLst>
          </p:cNvPr>
          <p:cNvSpPr/>
          <p:nvPr/>
        </p:nvSpPr>
        <p:spPr>
          <a:xfrm>
            <a:off x="4631168" y="1686347"/>
            <a:ext cx="2164811" cy="2692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B20446B-7770-3926-80D5-9BC2CD9E1334}"/>
              </a:ext>
            </a:extLst>
          </p:cNvPr>
          <p:cNvSpPr/>
          <p:nvPr/>
        </p:nvSpPr>
        <p:spPr>
          <a:xfrm>
            <a:off x="6795979" y="1686347"/>
            <a:ext cx="1436603" cy="2692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 여부</a:t>
            </a: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D69B72B6-D95A-4D60-1B8D-5D69F36C719A}"/>
              </a:ext>
            </a:extLst>
          </p:cNvPr>
          <p:cNvGrpSpPr/>
          <p:nvPr/>
        </p:nvGrpSpPr>
        <p:grpSpPr>
          <a:xfrm>
            <a:off x="309940" y="1947479"/>
            <a:ext cx="7922639" cy="547431"/>
            <a:chOff x="309940" y="1947479"/>
            <a:chExt cx="7922639" cy="547431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9B948B7E-D47C-391A-F7B2-362459445EA9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C568FB2-9E67-60F6-B99D-32DF7037BF65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255BF8E-A615-DDC5-43E5-C0FE462BF9AC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AFADA21-1195-0074-4616-8C7FC98F6562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F66B4E11-9A8F-3E2F-3FE4-32CA211CEEB6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129D17A4-22D5-6363-6BEB-196E611640DC}"/>
              </a:ext>
            </a:extLst>
          </p:cNvPr>
          <p:cNvGrpSpPr/>
          <p:nvPr/>
        </p:nvGrpSpPr>
        <p:grpSpPr>
          <a:xfrm>
            <a:off x="309940" y="2494595"/>
            <a:ext cx="7922639" cy="547431"/>
            <a:chOff x="309940" y="1947479"/>
            <a:chExt cx="7922639" cy="547431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997CE503-7A36-1444-DB99-88E8BF647499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429D88C-05BE-F954-C287-D8E3946D3A94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06AE7E4-C1D4-1389-9542-88E70125085A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DB277293-6632-DFCB-C8C4-E844F28C1BEE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6A9864E7-70AB-B496-25B4-01395AECEE5F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770F601-0085-D58C-A228-18763FBF1C7B}"/>
              </a:ext>
            </a:extLst>
          </p:cNvPr>
          <p:cNvGrpSpPr/>
          <p:nvPr/>
        </p:nvGrpSpPr>
        <p:grpSpPr>
          <a:xfrm>
            <a:off x="308041" y="3042026"/>
            <a:ext cx="7922639" cy="547431"/>
            <a:chOff x="309940" y="1947479"/>
            <a:chExt cx="7922639" cy="547431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A09E3EBD-E6A6-591B-86BC-B9812E206AC7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5F9D515-7146-5D5C-5085-8750F36CBA2A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2C75C338-76F1-107F-42FE-30893B17AD0A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849E0BE9-3CEB-3569-DA93-5B24EC5C7B8E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F87C2B65-1B06-FBF2-F297-443BBEBD4CBE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31F6A752-47BE-905C-427E-F48A93BEC44B}"/>
              </a:ext>
            </a:extLst>
          </p:cNvPr>
          <p:cNvGrpSpPr/>
          <p:nvPr/>
        </p:nvGrpSpPr>
        <p:grpSpPr>
          <a:xfrm>
            <a:off x="308041" y="3581026"/>
            <a:ext cx="7922639" cy="547431"/>
            <a:chOff x="309940" y="1947479"/>
            <a:chExt cx="7922639" cy="547431"/>
          </a:xfrm>
        </p:grpSpPr>
        <p:sp>
          <p:nvSpPr>
            <p:cNvPr id="150" name="사각형: 둥근 모서리 149">
              <a:extLst>
                <a:ext uri="{FF2B5EF4-FFF2-40B4-BE49-F238E27FC236}">
                  <a16:creationId xmlns:a16="http://schemas.microsoft.com/office/drawing/2014/main" id="{47DDDBC0-CC5F-1AEB-5011-EF5FB6DD4216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CF28D879-ADA5-71AF-D313-BF628F642CFA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513B201C-12D7-5B94-EEC9-7577A7FFFD1B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891CB0D1-CB53-9955-F570-197594361061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5EA60DD6-FAEF-9B35-664B-EA10FBE57C14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4AA2DABF-7DEF-3D6F-113D-E9EDBD482A7D}"/>
              </a:ext>
            </a:extLst>
          </p:cNvPr>
          <p:cNvGrpSpPr/>
          <p:nvPr/>
        </p:nvGrpSpPr>
        <p:grpSpPr>
          <a:xfrm>
            <a:off x="308040" y="4675573"/>
            <a:ext cx="7922639" cy="547431"/>
            <a:chOff x="309940" y="1947479"/>
            <a:chExt cx="7922639" cy="547431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88CA2B28-93C0-44CB-2083-AFA24782894E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3FECF496-6E84-5B9A-43FF-5B8F22CC486D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9C9A893-78BC-AA39-79E7-AC119FC8A42A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989F8A61-1A2B-9FC1-9BDF-4BDA1B70FF22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6416832E-F200-921F-AB4B-A8DA27457937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2D062C0A-EB20-5DD7-F9B2-D3E124D622E4}"/>
              </a:ext>
            </a:extLst>
          </p:cNvPr>
          <p:cNvGrpSpPr/>
          <p:nvPr/>
        </p:nvGrpSpPr>
        <p:grpSpPr>
          <a:xfrm>
            <a:off x="308040" y="4128457"/>
            <a:ext cx="7922639" cy="547431"/>
            <a:chOff x="309940" y="1947479"/>
            <a:chExt cx="7922639" cy="547431"/>
          </a:xfrm>
        </p:grpSpPr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7544A85E-BACF-1812-E544-ABEED799A370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55567B12-B9DC-3980-B9E8-86AE919F40DB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CDDC1614-7D20-DB22-B5AB-52EC0D21EE8B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36E6EC0-31D2-C5AA-2085-03B2D3BD3DC2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8B9A7F9D-67BB-6511-57F3-2923ED2CF77B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A7AF1158-2F02-200F-C57B-3AACB4180C20}"/>
              </a:ext>
            </a:extLst>
          </p:cNvPr>
          <p:cNvGrpSpPr/>
          <p:nvPr/>
        </p:nvGrpSpPr>
        <p:grpSpPr>
          <a:xfrm>
            <a:off x="308040" y="5214573"/>
            <a:ext cx="7922639" cy="547431"/>
            <a:chOff x="309940" y="1947479"/>
            <a:chExt cx="7922639" cy="547431"/>
          </a:xfrm>
        </p:grpSpPr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CBFCDBB4-8B1F-1BF2-A25A-726EDDD5941D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584D4EF-1071-4B10-B0CC-F73DB44CFA1D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A1450180-0E97-EDBB-B6DB-CB2473798304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7FE787AB-89B3-5A0E-8090-C9A1CCBEDDC9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4A5D2922-309C-A9F9-FF26-4187040BF2A3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73" name="그룹 172">
            <a:extLst>
              <a:ext uri="{FF2B5EF4-FFF2-40B4-BE49-F238E27FC236}">
                <a16:creationId xmlns:a16="http://schemas.microsoft.com/office/drawing/2014/main" id="{6447ED1D-8291-92D5-71A3-2741F7078C0A}"/>
              </a:ext>
            </a:extLst>
          </p:cNvPr>
          <p:cNvGrpSpPr/>
          <p:nvPr/>
        </p:nvGrpSpPr>
        <p:grpSpPr>
          <a:xfrm>
            <a:off x="308040" y="5751990"/>
            <a:ext cx="7922639" cy="547431"/>
            <a:chOff x="309940" y="1947479"/>
            <a:chExt cx="7922639" cy="547431"/>
          </a:xfrm>
        </p:grpSpPr>
        <p:sp>
          <p:nvSpPr>
            <p:cNvPr id="174" name="사각형: 둥근 모서리 173">
              <a:extLst>
                <a:ext uri="{FF2B5EF4-FFF2-40B4-BE49-F238E27FC236}">
                  <a16:creationId xmlns:a16="http://schemas.microsoft.com/office/drawing/2014/main" id="{A8FA4B7D-280C-746B-ACDE-65B89B892AF2}"/>
                </a:ext>
              </a:extLst>
            </p:cNvPr>
            <p:cNvSpPr/>
            <p:nvPr/>
          </p:nvSpPr>
          <p:spPr>
            <a:xfrm>
              <a:off x="7216472" y="2139957"/>
              <a:ext cx="595618" cy="17059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삭제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A5A20FE6-FCEE-9217-2592-8C2FFD476869}"/>
                </a:ext>
              </a:extLst>
            </p:cNvPr>
            <p:cNvSpPr/>
            <p:nvPr/>
          </p:nvSpPr>
          <p:spPr>
            <a:xfrm>
              <a:off x="30994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9FD7DF7-288F-5E0C-233E-08A33F33F418}"/>
                </a:ext>
              </a:extLst>
            </p:cNvPr>
            <p:cNvSpPr/>
            <p:nvPr/>
          </p:nvSpPr>
          <p:spPr>
            <a:xfrm>
              <a:off x="2466360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009F39EF-3ED6-7CB6-9A31-074F8DACD801}"/>
                </a:ext>
              </a:extLst>
            </p:cNvPr>
            <p:cNvSpPr/>
            <p:nvPr/>
          </p:nvSpPr>
          <p:spPr>
            <a:xfrm>
              <a:off x="4631169" y="194747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3D846128-8F70-8799-EB3B-6565361E7B05}"/>
                </a:ext>
              </a:extLst>
            </p:cNvPr>
            <p:cNvSpPr/>
            <p:nvPr/>
          </p:nvSpPr>
          <p:spPr>
            <a:xfrm>
              <a:off x="6795977" y="1947479"/>
              <a:ext cx="143660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07BB406C-DD47-D895-9D6C-21E0EE2B77E8}"/>
              </a:ext>
            </a:extLst>
          </p:cNvPr>
          <p:cNvSpPr/>
          <p:nvPr/>
        </p:nvSpPr>
        <p:spPr>
          <a:xfrm>
            <a:off x="7696939" y="2044298"/>
            <a:ext cx="226502" cy="2068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76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293171"/>
              </p:ext>
            </p:extLst>
          </p:nvPr>
        </p:nvGraphicFramePr>
        <p:xfrm>
          <a:off x="0" y="0"/>
          <a:ext cx="12192000" cy="121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02051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리뷰관리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목록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>
                          <a:solidFill>
                            <a:schemeClr val="tx1"/>
                          </a:solidFill>
                        </a:rPr>
                        <a:t>리뷰관리 페이지도 이동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309939" y="1339669"/>
            <a:ext cx="7922643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 상세 페이지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AB13593-1D47-439D-0208-56CDE35154DF}"/>
              </a:ext>
            </a:extLst>
          </p:cNvPr>
          <p:cNvSpPr/>
          <p:nvPr/>
        </p:nvSpPr>
        <p:spPr>
          <a:xfrm>
            <a:off x="309939" y="1820467"/>
            <a:ext cx="1661474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ID: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1DAA5C-4A6E-0279-F7AC-903F06149C92}"/>
              </a:ext>
            </a:extLst>
          </p:cNvPr>
          <p:cNvSpPr/>
          <p:nvPr/>
        </p:nvSpPr>
        <p:spPr>
          <a:xfrm>
            <a:off x="309939" y="2250874"/>
            <a:ext cx="1661474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79D7F8-E72E-D61B-AD18-A7B5423AAE47}"/>
              </a:ext>
            </a:extLst>
          </p:cNvPr>
          <p:cNvSpPr/>
          <p:nvPr/>
        </p:nvSpPr>
        <p:spPr>
          <a:xfrm>
            <a:off x="309939" y="2685636"/>
            <a:ext cx="1661474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F7147-F621-C3C1-7721-7AB4C78BF49B}"/>
              </a:ext>
            </a:extLst>
          </p:cNvPr>
          <p:cNvSpPr/>
          <p:nvPr/>
        </p:nvSpPr>
        <p:spPr>
          <a:xfrm>
            <a:off x="0" y="3187530"/>
            <a:ext cx="1661474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3504B8-B2AD-E42A-C759-8FCCA5E56F53}"/>
              </a:ext>
            </a:extLst>
          </p:cNvPr>
          <p:cNvSpPr/>
          <p:nvPr/>
        </p:nvSpPr>
        <p:spPr>
          <a:xfrm>
            <a:off x="1803633" y="1770077"/>
            <a:ext cx="3588327" cy="4304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68325-A4C9-524A-EE62-42C7168661A5}"/>
              </a:ext>
            </a:extLst>
          </p:cNvPr>
          <p:cNvSpPr/>
          <p:nvPr/>
        </p:nvSpPr>
        <p:spPr>
          <a:xfrm>
            <a:off x="1803633" y="2200485"/>
            <a:ext cx="3588327" cy="4304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85B46E-9324-FED2-56F5-1B5F881F0202}"/>
              </a:ext>
            </a:extLst>
          </p:cNvPr>
          <p:cNvSpPr/>
          <p:nvPr/>
        </p:nvSpPr>
        <p:spPr>
          <a:xfrm>
            <a:off x="1803633" y="2621601"/>
            <a:ext cx="3588327" cy="4304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186B4-B3F4-AA7E-F0AA-51397BD4E892}"/>
              </a:ext>
            </a:extLst>
          </p:cNvPr>
          <p:cNvSpPr/>
          <p:nvPr/>
        </p:nvSpPr>
        <p:spPr>
          <a:xfrm>
            <a:off x="620785" y="3514222"/>
            <a:ext cx="7611797" cy="2374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EC979E3-1B37-78A2-DAE2-02264AD887B6}"/>
              </a:ext>
            </a:extLst>
          </p:cNvPr>
          <p:cNvSpPr/>
          <p:nvPr/>
        </p:nvSpPr>
        <p:spPr>
          <a:xfrm>
            <a:off x="6737757" y="6199957"/>
            <a:ext cx="703277" cy="326677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11BE5B9-5EA5-7522-2357-C644713B6667}"/>
              </a:ext>
            </a:extLst>
          </p:cNvPr>
          <p:cNvSpPr/>
          <p:nvPr/>
        </p:nvSpPr>
        <p:spPr>
          <a:xfrm>
            <a:off x="7529305" y="6199957"/>
            <a:ext cx="703277" cy="3266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목록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6DA5EFB-AD7A-514B-4707-BEAF487A3472}"/>
              </a:ext>
            </a:extLst>
          </p:cNvPr>
          <p:cNvSpPr/>
          <p:nvPr/>
        </p:nvSpPr>
        <p:spPr>
          <a:xfrm>
            <a:off x="6660859" y="6123963"/>
            <a:ext cx="243280" cy="2273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C9FB096-78E5-1907-8F7F-8153F6570271}"/>
              </a:ext>
            </a:extLst>
          </p:cNvPr>
          <p:cNvSpPr/>
          <p:nvPr/>
        </p:nvSpPr>
        <p:spPr>
          <a:xfrm>
            <a:off x="7474590" y="6123963"/>
            <a:ext cx="243280" cy="2273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815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199</Words>
  <Application>Microsoft Office PowerPoint</Application>
  <PresentationFormat>와이드스크린</PresentationFormat>
  <Paragraphs>83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</cp:revision>
  <dcterms:created xsi:type="dcterms:W3CDTF">2025-11-27T02:56:56Z</dcterms:created>
  <dcterms:modified xsi:type="dcterms:W3CDTF">2025-11-27T05:59:13Z</dcterms:modified>
</cp:coreProperties>
</file>