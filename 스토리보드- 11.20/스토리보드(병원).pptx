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4T11:29:02.124" idx="1">
    <p:pos x="5343" y="1289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6D275-CF12-4492-93E6-683A52258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995AE6-C8D8-07FA-7A2B-8002A388F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21198-5C03-1709-CDC6-2026D52CD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19DA97-62E8-1DC6-6FEC-E25853F0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26879A-0B18-BCD9-735F-8692EDC4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16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57121-1820-D8FC-212B-DFA4E130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A295A7-5C99-2B96-1AA5-11BD2A896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EBBE5-7D9F-2DC9-2723-87321B13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6A6BD-439C-D221-D675-879D422C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0F08D-3EFF-EF74-A9BC-4AE8C2AD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251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74292-E86D-0CA8-0B98-053146C6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844422-1904-971D-F45E-57E388E04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9EEE52-4A4B-A4AF-E375-D79A1A28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A66A2-B267-A74F-60F1-C53EFD5CF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A3263A-4CB2-AD57-1E85-91BD0D13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92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14C2E-52C2-230D-34AA-19DE95C9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636042-1E15-91C5-3541-1C4DDD73E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26618F-E810-0029-1BD8-9A25ADC12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EEC6F8-D9D1-E0CA-55F2-72D9A14F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9502B6-1EB9-B5E8-CAA5-C86E27FA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61271D-E5D2-8BD1-1804-EFCC9754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5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6C221-3A41-3773-A0EC-1A41331F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B459D2-889A-48D3-3351-EC3B93382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EB09E1-B7E8-D6FA-9E66-96A0A4C4D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56219A-CD0D-33E8-C132-A33653E56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5B0140-0E90-0508-AE79-E01C49F9C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C30675-6D89-D561-2096-E4204B9B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975703-0BAC-7F75-4492-A11F4B72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69206A-99A3-CBEB-7FA6-1F19A35F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75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2F3B7-A0DC-0B8C-6F28-ED116993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39DEE2-9B7B-CA37-7AE6-6E4CF1179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C3238C-86B9-786B-9DD7-2187CC2A2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C904FD-8275-36AC-3CD2-83A4CED5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15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C61AFA-0F6F-6483-CC52-E834C69A7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B6E276-8A90-F229-E80F-00B921E8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ACC1A-18A4-75B0-4976-17D1D50E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67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8AD3C-B28F-6401-9586-1AF8199D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155C61-907D-A98B-2BE1-FFF33DFCC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79822C-308D-4672-92A1-70DA58C5B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93C15A-740A-B0E4-FDDF-125088A52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C02B78-0BE2-8885-6469-3F6C78950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54393A-F6AC-5057-D85E-C1C660A0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69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4CBCB-3BB3-E04B-1597-26EC7EBB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09F5FE-0AAC-5BFD-D50D-4F7088E0D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905726-0377-134D-C116-5C873A004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BC04D7-4B78-470B-F322-9F1A12BF1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F3D5C5-1999-48D2-3AC4-874C472C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1A9384-8CA7-1F71-DA49-3A38F558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773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F27A8-89FA-0E50-1F2B-CC204731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43EDEC-C1A5-0C4A-19CA-D3885F4FA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635C1-4C14-200E-030D-8E1D9A4E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5ADEB-52D2-4A9F-E705-6B8FC38A0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B16C02-625C-AD04-615D-77F99185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42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9C4D2F-A452-BB0E-90D6-F5D490B9C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1B23D4-4DF1-47C8-BF6A-0FF9D99A1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3B1292-FE5C-3A3E-5EE7-399BFA56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F9E1C8-AF86-28D0-50EE-3F152CCE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7340C2-6821-40F3-D84B-3B85026E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56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CAC2B7-DEAD-D78A-B99B-01C5F89E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D3CDAA-53CE-5973-AC0A-1C715557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F9008-98EE-D699-9FEA-7C0D190C3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F3A16-16D2-417A-BE56-A985771166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2CCA64-46A2-2231-6665-568D6C903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5D5807-10BF-4EB7-DCB9-8630EDB9E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050B3-25ED-4AB2-9E4C-7DCC2565A4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9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5533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Hospital-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belogin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Hospital-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belogin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30636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Hospital-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belogin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화면으로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메인 화면으로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화면으로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75501" y="2046914"/>
            <a:ext cx="8405769" cy="285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로그인이 필요한 서비스 입니다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479109" y="3548542"/>
            <a:ext cx="1698607" cy="3271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480956" y="3548543"/>
            <a:ext cx="1615044" cy="3271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05633F8-CE3B-9BBA-9C50-D02FE917BB2E}"/>
              </a:ext>
            </a:extLst>
          </p:cNvPr>
          <p:cNvSpPr/>
          <p:nvPr/>
        </p:nvSpPr>
        <p:spPr>
          <a:xfrm>
            <a:off x="2374084" y="3429000"/>
            <a:ext cx="218114" cy="2453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484C89-A468-EEA7-D78A-0E7904CFB045}"/>
              </a:ext>
            </a:extLst>
          </p:cNvPr>
          <p:cNvSpPr/>
          <p:nvPr/>
        </p:nvSpPr>
        <p:spPr>
          <a:xfrm>
            <a:off x="5986943" y="3429000"/>
            <a:ext cx="218114" cy="2453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909988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Hospital-login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Hospital-login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74642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Hospital-login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Google Maps 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 맵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사용자와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회사는 마커로 표시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검색하면 병원 검색됨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검색결과 병원 클릭 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맵이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그 병원으로 이동되고 마커가 표시됨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혹은 회사 버튼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혹은 회사 주변 병원 매칭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0E78F4A-6E9D-D672-47C0-C8FD4D542FF5}"/>
              </a:ext>
            </a:extLst>
          </p:cNvPr>
          <p:cNvGrpSpPr/>
          <p:nvPr/>
        </p:nvGrpSpPr>
        <p:grpSpPr>
          <a:xfrm>
            <a:off x="1264976" y="2256974"/>
            <a:ext cx="6073718" cy="3415008"/>
            <a:chOff x="1577041" y="2366364"/>
            <a:chExt cx="6073718" cy="341500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5EBB89B-70B5-6ED0-3A80-9FAF525B9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2444" y="2366364"/>
              <a:ext cx="3508315" cy="341500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DD1B325-7C53-09EC-0DAB-625CB58FE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7204" y="3860708"/>
              <a:ext cx="317591" cy="317591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5253131-F3B0-4257-C2BF-3EA9AC93DA58}"/>
                </a:ext>
              </a:extLst>
            </p:cNvPr>
            <p:cNvGrpSpPr/>
            <p:nvPr/>
          </p:nvGrpSpPr>
          <p:grpSpPr>
            <a:xfrm>
              <a:off x="1577041" y="2376669"/>
              <a:ext cx="2565402" cy="393701"/>
              <a:chOff x="1358899" y="2366364"/>
              <a:chExt cx="2565402" cy="393701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42328380-2D95-FF7B-5E22-BADADE81B5CF}"/>
                  </a:ext>
                </a:extLst>
              </p:cNvPr>
              <p:cNvSpPr/>
              <p:nvPr/>
            </p:nvSpPr>
            <p:spPr>
              <a:xfrm>
                <a:off x="1358901" y="2366364"/>
                <a:ext cx="2565400" cy="38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검색창</a:t>
                </a:r>
                <a:endParaRPr lang="ko-KR" altLang="en-US" dirty="0"/>
              </a:p>
            </p:txBody>
          </p:sp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692733C5-8577-3F12-2183-3294D9F03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58899" y="2366364"/>
                <a:ext cx="393701" cy="393701"/>
              </a:xfrm>
              <a:prstGeom prst="rect">
                <a:avLst/>
              </a:prstGeom>
            </p:spPr>
          </p:pic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D57867-050A-13A6-1FDC-6F97046D716D}"/>
                </a:ext>
              </a:extLst>
            </p:cNvPr>
            <p:cNvSpPr/>
            <p:nvPr/>
          </p:nvSpPr>
          <p:spPr>
            <a:xfrm>
              <a:off x="1577041" y="2766205"/>
              <a:ext cx="2565400" cy="301516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15A9763-A73F-2DDA-E98E-B951CD1F95C0}"/>
                </a:ext>
              </a:extLst>
            </p:cNvPr>
            <p:cNvSpPr/>
            <p:nvPr/>
          </p:nvSpPr>
          <p:spPr>
            <a:xfrm>
              <a:off x="1577041" y="2766205"/>
              <a:ext cx="2565400" cy="9675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검색결과</a:t>
              </a:r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E42AC03-FD48-E7F3-78F1-CFDC0DD8608E}"/>
                </a:ext>
              </a:extLst>
            </p:cNvPr>
            <p:cNvSpPr/>
            <p:nvPr/>
          </p:nvSpPr>
          <p:spPr>
            <a:xfrm>
              <a:off x="1577041" y="3737673"/>
              <a:ext cx="2565400" cy="9675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검색결과</a:t>
              </a:r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45F21A5-620A-5748-90AD-5A1EB7A562E3}"/>
                </a:ext>
              </a:extLst>
            </p:cNvPr>
            <p:cNvSpPr/>
            <p:nvPr/>
          </p:nvSpPr>
          <p:spPr>
            <a:xfrm>
              <a:off x="1577041" y="4705762"/>
              <a:ext cx="2565400" cy="9675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검색결과</a:t>
              </a:r>
              <a:r>
                <a:rPr lang="en-US" altLang="ko-KR" dirty="0"/>
                <a:t>3</a:t>
              </a:r>
              <a:endParaRPr lang="ko-KR" altLang="en-US" dirty="0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28170F8-970C-9E62-89C9-A65C8B2360E2}"/>
              </a:ext>
            </a:extLst>
          </p:cNvPr>
          <p:cNvGrpSpPr/>
          <p:nvPr/>
        </p:nvGrpSpPr>
        <p:grpSpPr>
          <a:xfrm>
            <a:off x="6329676" y="2385400"/>
            <a:ext cx="1009018" cy="194894"/>
            <a:chOff x="6413500" y="2819400"/>
            <a:chExt cx="1009018" cy="194894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2F1763-755A-BE77-975F-2CE614E66CE7}"/>
                </a:ext>
              </a:extLst>
            </p:cNvPr>
            <p:cNvSpPr/>
            <p:nvPr/>
          </p:nvSpPr>
          <p:spPr>
            <a:xfrm>
              <a:off x="6413500" y="2819400"/>
              <a:ext cx="469900" cy="1948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집</a:t>
              </a: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DA6E08A1-9591-32EE-6428-DF49ABAEC082}"/>
                </a:ext>
              </a:extLst>
            </p:cNvPr>
            <p:cNvSpPr/>
            <p:nvPr/>
          </p:nvSpPr>
          <p:spPr>
            <a:xfrm>
              <a:off x="6883400" y="2819400"/>
              <a:ext cx="539118" cy="1948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회사</a:t>
              </a: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D99E0F-4D37-E2E7-FE8D-7077A6DE96A1}"/>
              </a:ext>
            </a:extLst>
          </p:cNvPr>
          <p:cNvSpPr/>
          <p:nvPr/>
        </p:nvSpPr>
        <p:spPr>
          <a:xfrm>
            <a:off x="7069135" y="5461000"/>
            <a:ext cx="539118" cy="482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C5967C5-6EB7-A129-542D-A2645FCDF89B}"/>
              </a:ext>
            </a:extLst>
          </p:cNvPr>
          <p:cNvSpPr/>
          <p:nvPr/>
        </p:nvSpPr>
        <p:spPr>
          <a:xfrm>
            <a:off x="3317352" y="2059931"/>
            <a:ext cx="393701" cy="3895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9295C5-52F9-E7BC-9264-47B6F72B71CD}"/>
              </a:ext>
            </a:extLst>
          </p:cNvPr>
          <p:cNvSpPr/>
          <p:nvPr/>
        </p:nvSpPr>
        <p:spPr>
          <a:xfrm>
            <a:off x="6675433" y="2310720"/>
            <a:ext cx="243469" cy="1948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556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125</Words>
  <Application>Microsoft Office PowerPoint</Application>
  <PresentationFormat>와이드스크린</PresentationFormat>
  <Paragraphs>52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2025-11-24T02:25:49Z</dcterms:created>
  <dcterms:modified xsi:type="dcterms:W3CDTF">2025-11-24T03:24:01Z</dcterms:modified>
</cp:coreProperties>
</file>