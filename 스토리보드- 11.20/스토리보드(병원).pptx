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1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C6D275-CF12-4492-93E6-683A52258C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4995AE6-C8D8-07FA-7A2B-8002A388FF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321198-5C03-1709-CDC6-2026D52CD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19DA97-62E8-1DC6-6FEC-E25853F0F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26879A-0B18-BCD9-735F-8692EDC41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2165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D57121-1820-D8FC-212B-DFA4E130C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A295A7-5C99-2B96-1AA5-11BD2A896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0EBBE5-7D9F-2DC9-2723-87321B13C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56A6BD-439C-D221-D675-879D422C3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B0F08D-3EFF-EF74-A9BC-4AE8C2AD7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1251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874292-E86D-0CA8-0B98-053146C66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844422-1904-971D-F45E-57E388E04D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A9EEE52-4A4B-A4AF-E375-D79A1A281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5A66A2-B267-A74F-60F1-C53EFD5CF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A3263A-4CB2-AD57-1E85-91BD0D13E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19267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C14C2E-52C2-230D-34AA-19DE95C9D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636042-1E15-91C5-3541-1C4DDD73E8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426618F-E810-0029-1BD8-9A25ADC121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EEC6F8-D9D1-E0CA-55F2-72D9A14FB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9502B6-1EB9-B5E8-CAA5-C86E27FA9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761271D-E5D2-8BD1-1804-EFCC97541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55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C6C221-3A41-3773-A0EC-1A41331F7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1B459D2-889A-48D3-3351-EC3B933826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3EB09E1-B7E8-D6FA-9E66-96A0A4C4D0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C56219A-CD0D-33E8-C132-A33653E567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15B0140-0E90-0508-AE79-E01C49F9C9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1C30675-6D89-D561-2096-E4204B9BF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F975703-0BAC-7F75-4492-A11F4B726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569206A-99A3-CBEB-7FA6-1F19A35F8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37543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02F3B7-A0DC-0B8C-6F28-ED116993E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139DEE2-9B7B-CA37-7AE6-6E4CF1179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4C3238C-86B9-786B-9DD7-2187CC2A2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BC904FD-8275-36AC-3CD2-83A4CED5A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0157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1C61AFA-0F6F-6483-CC52-E834C69A7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DB6E276-8A90-F229-E80F-00B921E8E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8ACC1A-18A4-75B0-4976-17D1D50E2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4675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98AD3C-B28F-6401-9586-1AF8199DA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155C61-907D-A98B-2BE1-FFF33DFCC1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079822C-308D-4672-92A1-70DA58C5BE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A93C15A-740A-B0E4-FDDF-125088A52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C02B78-0BE2-8885-6469-3F6C78950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754393A-F6AC-5057-D85E-C1C660A0B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46946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74CBCB-3BB3-E04B-1597-26EC7EBBF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F09F5FE-0AAC-5BFD-D50D-4F7088E0D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905726-0377-134D-C116-5C873A004C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8BC04D7-4B78-470B-F322-9F1A12BF1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F3D5C5-1999-48D2-3AC4-874C472C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1A9384-8CA7-1F71-DA49-3A38F5587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5773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5F27A8-89FA-0E50-1F2B-CC2047310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E43EDEC-C1A5-0C4A-19CA-D3885F4FA6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4635C1-4C14-200E-030D-8E1D9A4E7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35ADEB-52D2-4A9F-E705-6B8FC38A0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4B16C02-625C-AD04-615D-77F99185C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4424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9C4D2F-A452-BB0E-90D6-F5D490B9C8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E1B23D4-4DF1-47C8-BF6A-0FF9D99A1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3B1292-FE5C-3A3E-5EE7-399BFA560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F9E1C8-AF86-28D0-50EE-3F152CCEE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7340C2-6821-40F3-D84B-3B85026EB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6566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FCAC2B7-DEAD-D78A-B99B-01C5F89E0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FD3CDAA-53CE-5973-AC0A-1C715557A2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3F9008-98EE-D699-9FEA-7C0D190C3D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02CCA64-46A2-2231-6665-568D6C903F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5D5807-10BF-4EB7-DCB9-8630EDB9E8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2590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55339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Hospital-</a:t>
                      </a:r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</a:rPr>
                        <a:t>belogin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Hospital-</a:t>
                      </a:r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</a:rPr>
                        <a:t>belogin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306366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Hospital-</a:t>
                      </a:r>
                      <a:r>
                        <a:rPr lang="en-US" altLang="ko-KR" sz="1600" b="0" dirty="0" err="1">
                          <a:solidFill>
                            <a:schemeClr val="tx1"/>
                          </a:solidFill>
                        </a:rPr>
                        <a:t>belogin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화면으로 클릭 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메인 화면으로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클릭 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화면으로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726414" y="2057294"/>
            <a:ext cx="5150842" cy="174779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로그인이 필요한 서비스 입니다</a:t>
            </a:r>
            <a:r>
              <a:rPr lang="en-US" altLang="ko-KR" dirty="0"/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479109" y="3099617"/>
            <a:ext cx="1698607" cy="327171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480956" y="3099618"/>
            <a:ext cx="1615044" cy="327171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05633F8-CE3B-9BBA-9C50-D02FE917BB2E}"/>
              </a:ext>
            </a:extLst>
          </p:cNvPr>
          <p:cNvSpPr/>
          <p:nvPr/>
        </p:nvSpPr>
        <p:spPr>
          <a:xfrm>
            <a:off x="2374084" y="3002942"/>
            <a:ext cx="218114" cy="24537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5484C89-A468-EEA7-D78A-0E7904CFB045}"/>
              </a:ext>
            </a:extLst>
          </p:cNvPr>
          <p:cNvSpPr/>
          <p:nvPr/>
        </p:nvSpPr>
        <p:spPr>
          <a:xfrm>
            <a:off x="5986943" y="3002942"/>
            <a:ext cx="218114" cy="24537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7521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909988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>
                          <a:solidFill>
                            <a:schemeClr val="tx1"/>
                          </a:solidFill>
                        </a:rPr>
                        <a:t>화면코드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Hospital-login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Hospital-login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3252690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Hospital-login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Kakao Maps=&gt;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카카오 맵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사용자와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회사는 마커로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(Kakao Maps API)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산재지정병원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API(x, y) 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위도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경도 변환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창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지역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병원을 검색하면 지역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병원에 해당되는 병원 검색됨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검색결과 병원 클릭 시 병원 위치로 지도가 확대 대면서 병원 위치가 마커로 표시됨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산재지정병원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API(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병원이름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병원주소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전화번호</a:t>
                      </a:r>
                      <a:r>
                        <a:rPr lang="en-US" altLang="ko-KR" sz="1100" b="0">
                          <a:solidFill>
                            <a:schemeClr val="tx1"/>
                          </a:solidFill>
                        </a:rPr>
                        <a:t>))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혹은 회사 버튼 클릭 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혹은 회사 주변 일정 반경내에 병원 표시됨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검색후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병원 마커 표시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–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마커 클릭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상세정보 표시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5EBB89B-70B5-6ED0-3A80-9FAF525B9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886" y="2097582"/>
            <a:ext cx="4249783" cy="341500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DD1B325-7C53-09EC-0DAB-625CB58FE7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5830" y="3689969"/>
            <a:ext cx="317591" cy="317591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85253131-F3B0-4257-C2BF-3EA9AC93DA58}"/>
              </a:ext>
            </a:extLst>
          </p:cNvPr>
          <p:cNvGrpSpPr/>
          <p:nvPr/>
        </p:nvGrpSpPr>
        <p:grpSpPr>
          <a:xfrm>
            <a:off x="-4" y="2101932"/>
            <a:ext cx="4353882" cy="570183"/>
            <a:chOff x="93919" y="2366364"/>
            <a:chExt cx="3830382" cy="404836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42328380-2D95-FF7B-5E22-BADADE81B5CF}"/>
                </a:ext>
              </a:extLst>
            </p:cNvPr>
            <p:cNvSpPr/>
            <p:nvPr/>
          </p:nvSpPr>
          <p:spPr>
            <a:xfrm>
              <a:off x="93919" y="2366364"/>
              <a:ext cx="3830382" cy="38953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검색창</a:t>
              </a:r>
              <a:endParaRPr lang="ko-KR" altLang="en-US" dirty="0"/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692733C5-8577-3F12-2183-3294D9F03B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923" y="2377499"/>
              <a:ext cx="393701" cy="393701"/>
            </a:xfrm>
            <a:prstGeom prst="rect">
              <a:avLst/>
            </a:prstGeom>
          </p:spPr>
        </p:pic>
      </p:grp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AD57867-050A-13A6-1FDC-6F97046D716D}"/>
              </a:ext>
            </a:extLst>
          </p:cNvPr>
          <p:cNvSpPr/>
          <p:nvPr/>
        </p:nvSpPr>
        <p:spPr>
          <a:xfrm>
            <a:off x="0" y="2656815"/>
            <a:ext cx="4353886" cy="28557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15A9763-A73F-2DDA-E98E-B951CD1F95C0}"/>
              </a:ext>
            </a:extLst>
          </p:cNvPr>
          <p:cNvSpPr/>
          <p:nvPr/>
        </p:nvSpPr>
        <p:spPr>
          <a:xfrm>
            <a:off x="0" y="2656815"/>
            <a:ext cx="4353882" cy="96759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검색결과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E42AC03-FD48-E7F3-78F1-CFDC0DD8608E}"/>
              </a:ext>
            </a:extLst>
          </p:cNvPr>
          <p:cNvSpPr/>
          <p:nvPr/>
        </p:nvSpPr>
        <p:spPr>
          <a:xfrm>
            <a:off x="-1" y="3628283"/>
            <a:ext cx="4353883" cy="96759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검색결과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545F21A5-620A-5748-90AD-5A1EB7A562E3}"/>
              </a:ext>
            </a:extLst>
          </p:cNvPr>
          <p:cNvSpPr/>
          <p:nvPr/>
        </p:nvSpPr>
        <p:spPr>
          <a:xfrm>
            <a:off x="-3" y="4546931"/>
            <a:ext cx="4353886" cy="96759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검색결과</a:t>
            </a:r>
            <a:r>
              <a:rPr lang="en-US" altLang="ko-KR" dirty="0"/>
              <a:t>3</a:t>
            </a:r>
            <a:endParaRPr lang="ko-KR" altLang="en-US" dirty="0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828170F8-970C-9E62-89C9-A65C8B2360E2}"/>
              </a:ext>
            </a:extLst>
          </p:cNvPr>
          <p:cNvGrpSpPr/>
          <p:nvPr/>
        </p:nvGrpSpPr>
        <p:grpSpPr>
          <a:xfrm>
            <a:off x="7474235" y="2208885"/>
            <a:ext cx="1009018" cy="194894"/>
            <a:chOff x="6413500" y="2819400"/>
            <a:chExt cx="1009018" cy="19489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92F1763-755A-BE77-975F-2CE614E66CE7}"/>
                </a:ext>
              </a:extLst>
            </p:cNvPr>
            <p:cNvSpPr/>
            <p:nvPr/>
          </p:nvSpPr>
          <p:spPr>
            <a:xfrm>
              <a:off x="6413500" y="2819400"/>
              <a:ext cx="469900" cy="1948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집</a:t>
              </a:r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DA6E08A1-9591-32EE-6428-DF49ABAEC082}"/>
                </a:ext>
              </a:extLst>
            </p:cNvPr>
            <p:cNvSpPr/>
            <p:nvPr/>
          </p:nvSpPr>
          <p:spPr>
            <a:xfrm>
              <a:off x="6883400" y="2819400"/>
              <a:ext cx="539118" cy="1948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회사</a:t>
              </a:r>
            </a:p>
          </p:txBody>
        </p:sp>
      </p:grp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4D99E0F-4D37-E2E7-FE8D-7077A6DE96A1}"/>
              </a:ext>
            </a:extLst>
          </p:cNvPr>
          <p:cNvSpPr/>
          <p:nvPr/>
        </p:nvSpPr>
        <p:spPr>
          <a:xfrm>
            <a:off x="7944135" y="5283209"/>
            <a:ext cx="539118" cy="4826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C5967C5-6EB7-A129-542D-A2645FCDF89B}"/>
              </a:ext>
            </a:extLst>
          </p:cNvPr>
          <p:cNvSpPr/>
          <p:nvPr/>
        </p:nvSpPr>
        <p:spPr>
          <a:xfrm>
            <a:off x="596415" y="1916796"/>
            <a:ext cx="393701" cy="389536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FF9295C5-52F9-E7BC-9264-47B6F72B71CD}"/>
              </a:ext>
            </a:extLst>
          </p:cNvPr>
          <p:cNvSpPr/>
          <p:nvPr/>
        </p:nvSpPr>
        <p:spPr>
          <a:xfrm>
            <a:off x="7845912" y="2109501"/>
            <a:ext cx="243469" cy="19489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C2AB82B-5155-0FC3-9609-0DC7800C61A6}"/>
              </a:ext>
            </a:extLst>
          </p:cNvPr>
          <p:cNvSpPr/>
          <p:nvPr/>
        </p:nvSpPr>
        <p:spPr>
          <a:xfrm>
            <a:off x="6408370" y="3590585"/>
            <a:ext cx="243469" cy="19489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1556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182</Words>
  <Application>Microsoft Office PowerPoint</Application>
  <PresentationFormat>와이드스크린</PresentationFormat>
  <Paragraphs>59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2</cp:revision>
  <dcterms:created xsi:type="dcterms:W3CDTF">2025-11-24T02:25:49Z</dcterms:created>
  <dcterms:modified xsi:type="dcterms:W3CDTF">2025-11-24T06:49:08Z</dcterms:modified>
</cp:coreProperties>
</file>