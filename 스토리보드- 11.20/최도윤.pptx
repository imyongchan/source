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9d572f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69d572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69d572f3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69d572f3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69d572f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69d572f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69d572f3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69d572f3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산재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비회원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전국 산재 관련 자료들을 모아서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지역별( 시, 군,구 로?)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업종별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사고별?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1,2,3 위 보여주기 (원형차트)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막대,열 ? 그래프로 10위 언더까지 보여주기?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상세 검색 페이지도 좋을꺼 같습니다!(서비스 로직)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4930825" y="1082750"/>
            <a:ext cx="3821700" cy="31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940950" y="1092900"/>
            <a:ext cx="669000" cy="43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지역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5609950" y="1092900"/>
            <a:ext cx="669000" cy="43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업종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6278950" y="1092900"/>
            <a:ext cx="669000" cy="43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사고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5062600" y="1792375"/>
            <a:ext cx="861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1위 : 골절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278950" y="1792375"/>
            <a:ext cx="861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2</a:t>
            </a:r>
            <a:r>
              <a:rPr lang="ko" sz="1000">
                <a:solidFill>
                  <a:schemeClr val="dk2"/>
                </a:solidFill>
              </a:rPr>
              <a:t>위 : </a:t>
            </a:r>
            <a:r>
              <a:rPr lang="ko" sz="1000">
                <a:solidFill>
                  <a:schemeClr val="dk2"/>
                </a:solidFill>
              </a:rPr>
              <a:t>절단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7435475" y="1792375"/>
            <a:ext cx="861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3</a:t>
            </a:r>
            <a:r>
              <a:rPr lang="ko" sz="1000">
                <a:solidFill>
                  <a:schemeClr val="dk2"/>
                </a:solidFill>
              </a:rPr>
              <a:t>위 : </a:t>
            </a:r>
            <a:r>
              <a:rPr lang="ko" sz="1000">
                <a:solidFill>
                  <a:schemeClr val="dk2"/>
                </a:solidFill>
              </a:rPr>
              <a:t>화상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69" name="Google Shape;69;p14" title="획득 포인트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400" y="2120000"/>
            <a:ext cx="3494550" cy="190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상세 검색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385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지역, 업종, 사고 폼 3개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시, 구 필터 2개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검색해서 순위보여주기?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4704550" y="1152475"/>
            <a:ext cx="3821700" cy="31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714675" y="1162625"/>
            <a:ext cx="4932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지역</a:t>
            </a:r>
            <a:endParaRPr sz="1100"/>
          </a:p>
        </p:txBody>
      </p:sp>
      <p:sp>
        <p:nvSpPr>
          <p:cNvPr id="78" name="Google Shape;78;p15"/>
          <p:cNvSpPr/>
          <p:nvPr/>
        </p:nvSpPr>
        <p:spPr>
          <a:xfrm>
            <a:off x="5207875" y="1162625"/>
            <a:ext cx="4932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업종</a:t>
            </a:r>
            <a:endParaRPr sz="1100"/>
          </a:p>
        </p:txBody>
      </p:sp>
      <p:sp>
        <p:nvSpPr>
          <p:cNvPr id="79" name="Google Shape;79;p15"/>
          <p:cNvSpPr/>
          <p:nvPr/>
        </p:nvSpPr>
        <p:spPr>
          <a:xfrm>
            <a:off x="5701075" y="1152475"/>
            <a:ext cx="4932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사고</a:t>
            </a:r>
            <a:endParaRPr sz="1100"/>
          </a:p>
        </p:txBody>
      </p:sp>
      <p:sp>
        <p:nvSpPr>
          <p:cNvPr id="80" name="Google Shape;80;p15"/>
          <p:cNvSpPr/>
          <p:nvPr/>
        </p:nvSpPr>
        <p:spPr>
          <a:xfrm>
            <a:off x="4737900" y="2234975"/>
            <a:ext cx="3788400" cy="3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검색어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4755300" y="2243700"/>
            <a:ext cx="493200" cy="32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서울시</a:t>
            </a:r>
            <a:endParaRPr sz="800"/>
          </a:p>
        </p:txBody>
      </p:sp>
      <p:sp>
        <p:nvSpPr>
          <p:cNvPr id="82" name="Google Shape;82;p15"/>
          <p:cNvSpPr/>
          <p:nvPr/>
        </p:nvSpPr>
        <p:spPr>
          <a:xfrm>
            <a:off x="5248500" y="2248175"/>
            <a:ext cx="493200" cy="32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강남구</a:t>
            </a:r>
            <a:endParaRPr sz="800"/>
          </a:p>
        </p:txBody>
      </p:sp>
      <p:sp>
        <p:nvSpPr>
          <p:cNvPr id="83" name="Google Shape;83;p15"/>
          <p:cNvSpPr/>
          <p:nvPr/>
        </p:nvSpPr>
        <p:spPr>
          <a:xfrm>
            <a:off x="4746600" y="2609225"/>
            <a:ext cx="37596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4735600" y="2946563"/>
            <a:ext cx="37596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735600" y="3283900"/>
            <a:ext cx="37596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4735600" y="3636675"/>
            <a:ext cx="37596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4735600" y="3958575"/>
            <a:ext cx="37596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703082" y="2949563"/>
            <a:ext cx="493200" cy="32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2</a:t>
            </a:r>
            <a:endParaRPr sz="800"/>
          </a:p>
        </p:txBody>
      </p:sp>
      <p:sp>
        <p:nvSpPr>
          <p:cNvPr id="89" name="Google Shape;89;p15"/>
          <p:cNvSpPr/>
          <p:nvPr/>
        </p:nvSpPr>
        <p:spPr>
          <a:xfrm>
            <a:off x="4714675" y="3296188"/>
            <a:ext cx="493200" cy="32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3</a:t>
            </a:r>
            <a:endParaRPr sz="800"/>
          </a:p>
        </p:txBody>
      </p:sp>
      <p:sp>
        <p:nvSpPr>
          <p:cNvPr id="90" name="Google Shape;90;p15"/>
          <p:cNvSpPr/>
          <p:nvPr/>
        </p:nvSpPr>
        <p:spPr>
          <a:xfrm>
            <a:off x="4714675" y="3618088"/>
            <a:ext cx="493200" cy="32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4</a:t>
            </a:r>
            <a:endParaRPr sz="800"/>
          </a:p>
        </p:txBody>
      </p:sp>
      <p:sp>
        <p:nvSpPr>
          <p:cNvPr id="91" name="Google Shape;91;p15"/>
          <p:cNvSpPr/>
          <p:nvPr/>
        </p:nvSpPr>
        <p:spPr>
          <a:xfrm>
            <a:off x="4714675" y="3989450"/>
            <a:ext cx="493200" cy="32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5</a:t>
            </a:r>
            <a:endParaRPr sz="800"/>
          </a:p>
        </p:txBody>
      </p:sp>
      <p:sp>
        <p:nvSpPr>
          <p:cNvPr id="92" name="Google Shape;92;p15"/>
          <p:cNvSpPr/>
          <p:nvPr/>
        </p:nvSpPr>
        <p:spPr>
          <a:xfrm>
            <a:off x="4711785" y="2598875"/>
            <a:ext cx="493200" cy="32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1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회원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1152475"/>
            <a:ext cx="396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입력된 회원정보(집주소, 회사주소?)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를 이용하여 근방의 사고(5개 또는 전부)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보여주기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마우스 hover하면 상세정보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450" y="920300"/>
            <a:ext cx="4601001" cy="364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5155675" y="2034800"/>
            <a:ext cx="156600" cy="1479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131975" y="3018250"/>
            <a:ext cx="156600" cy="147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999075" y="3166150"/>
            <a:ext cx="156600" cy="1479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826000" y="1303950"/>
            <a:ext cx="156600" cy="1479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525850" y="3579875"/>
            <a:ext cx="156600" cy="1479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6809625" y="1565225"/>
            <a:ext cx="156600" cy="1479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023800" y="3018250"/>
            <a:ext cx="156600" cy="1479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260075" y="1016550"/>
            <a:ext cx="670200" cy="3654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역삼 빌딩</a:t>
            </a:r>
            <a:endParaRPr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골절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기타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사고원인에 관한 자료도 있으면 사고원인 도..?(어디에 들어가야 할까요)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사고원인별 통계 예시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1위. 안전모 미착용 2위. ????????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