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</p:sldIdLst>
  <p:sldSz cy="6858000" cx="12192000"/>
  <p:notesSz cx="6858000" cy="9144000"/>
  <p:defaultTextStyle>
    <a:defPPr lvl="0">
      <a:defRPr lang="ko-KR"/>
    </a:defPPr>
    <a:lvl1pPr defTabSz="914400" eaLnBrk="1" hangingPunct="1" latinLnBrk="1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1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1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1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1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1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1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1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1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1ED450D-4DAD-4DAA-B61C-7EA7409578F3}">
  <a:tblStyle styleId="{91ED450D-4DAD-4DAA-B61C-7EA7409578F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tableStyles" Target="tableStyles1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F445A-7219-45CC-84A4-B8233C141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D0787E-6A0E-409C-A62B-F957BAF99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D8E41-41F0-481C-99F5-596154A9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76CB26-82DD-439C-BB87-F51F6850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45926-5937-403E-A2AE-FE671324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66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625D9-0240-48A3-A7CA-0606D5C8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7F432-4EFB-43F5-AF68-14E225192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91237-E1E9-4600-A6E8-42178C3DB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899AB1-7EBD-4C38-BE12-194D24CCC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EAC3DF-21B2-4573-A20F-B95EAAD3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70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5DD34-BA4E-40E9-98F6-2AB80E8A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C4660-982D-47F4-A0B3-16771B27C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4C207-2820-4D68-9D04-E2012099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0F5A2B-A048-4326-BEF5-242045A0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48D398-7098-4CFE-9D22-49F7B3E0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48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BF731-5355-4438-BD17-672D45B79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5C5E3-DD9F-4B06-AECE-1F5252EF7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1A5144-08E6-45BD-AA8D-41AB17786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D695DE-FC4E-4257-B793-DC2F38EF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2025-11-25(Tue)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A7A258-A9AA-4174-959C-247351FCE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4B3C00-EA0F-4F60-9BBF-241E78CC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13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F529F-9D2A-4109-9757-113D035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082E3A-CDE9-4B1F-8640-A46BC239B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2DF67C-3A67-4E6F-A5E4-1899B2722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577BB0-77C2-4C76-AED1-C0B993982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AB154-6BF4-4A35-9FDF-AF21F5EBB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F238E0-2BEA-4676-987B-68244B85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2025-11-25(Tue)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183CA9-EC6B-4C18-81E4-FC4451C4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B19213-122D-42CE-B4F6-14891B9D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59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FE33D-C1AF-46D8-A49F-76C76B43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D982B2-76A3-42A2-9F50-C1F86E67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2025-11-25(Tue)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A4D668-2E63-4DD9-89E2-23D3FE89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BAF317-C885-4E56-B3F0-2A2C9129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95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CDB548-2A8A-40EB-9E2B-0644EE1F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2025-11-25(Tue)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1AE109-0C75-4FEF-9458-31FFC3AB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2E2398-DB24-4A57-87AC-A32EE0B4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64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8F58C-33AE-4103-AFB3-FCEA1769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163BB-E27E-4D3F-82AC-32D36E440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254FE4-AC80-4DBE-8CAA-616CE0443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41C060-26C8-4C7E-AAE9-F10FA1DE6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2025-11-25(Tue)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6E2991-7DA1-4C3B-A0FB-2E27B160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244C9F-4EF2-4DC5-BDFE-17709090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92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CC52D-D665-431E-AD2C-0C2CB8E6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52C73F-8A07-42CB-97F4-66319120B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A23B3A-7732-4482-8ECD-529F4DA84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5679A-CA04-4763-BE4D-E37165CE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2025-11-25(Tue)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639F77-E6AC-48D6-9978-3AAFFD6A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975227-D572-4A83-A1ED-431B03A77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65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F6F2B-7D20-4404-9BDD-760D7CF8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4D7786-F7BF-42A8-8D4D-1D56AAD72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BDB759-CD4E-453B-9386-F37291A3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76A4BF-EE32-48F1-A719-000BE833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9AE2E0-A4C5-4C8F-A46A-7DB631AC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1215E3-378D-44B3-920A-B6B27215C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2455D7-2D57-4438-ACCB-5993631B4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C26065-1FB2-4F8E-BC2D-9748CD9C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72751E-9414-499F-B378-9980F5D6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FCD185-1063-4156-B350-8B413C1A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39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C7BF92-72DE-4B94-9A1F-5A41D99C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64FA9-4957-4742-AE2F-2B941972A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12D05E-6D5B-4D2C-983D-164ED0179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32CE4-7861-4DD6-A53E-3B4D74DDF883}" type="datetimeFigureOut">
              <a:rPr lang="ko-KR" altLang="en-US" smtClean="0"/>
              <a:t>2025-11-25(Tue)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0BE70-DC93-4C0C-BED1-8C57C6BBD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3A512-BC1F-4D8D-B14C-40B253D4A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00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7F733-D0AF-4E22-9ACD-628454BDF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4572"/>
          </a:xfrm>
        </p:spPr>
        <p:txBody>
          <a:bodyPr/>
          <a:lstStyle/>
          <a:p>
            <a:r>
              <a:rPr lang="ko-KR" altLang="en-US" dirty="0"/>
              <a:t>스토리보드 양식</a:t>
            </a:r>
          </a:p>
        </p:txBody>
      </p:sp>
    </p:spTree>
    <p:extLst>
      <p:ext uri="{BB962C8B-B14F-4D97-AF65-F5344CB8AC3E}">
        <p14:creationId xmlns:p14="http://schemas.microsoft.com/office/powerpoint/2010/main" val="1021928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1"/>
          <p:cNvGraphicFramePr/>
          <p:nvPr/>
        </p:nvGraphicFramePr>
        <p:xfrm>
          <a:off x="-22034" y="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{91ED450D-4DAD-4DAA-B61C-7EA7409578F3}</a:tableStyleId>
              </a:tblPr>
              <a:tblGrid>
                <a:gridCol w="2032000"/>
                <a:gridCol w="2032000"/>
                <a:gridCol w="2032000"/>
                <a:gridCol w="2032000"/>
                <a:gridCol w="2032000"/>
                <a:gridCol w="2032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b="0" lang="ko-KR" sz="1400" u="none" cap="none" strike="noStrike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/>
                    </a:p>
                  </a:txBody>
                  <a:tcPr marT="90000" marB="90000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0000" marB="90000" marR="91450" marL="91450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b="0" lang="ko-KR" sz="1400" u="none" cap="none" strike="noStrike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/>
                    </a:p>
                  </a:txBody>
                  <a:tcPr marT="90000" marB="90000" marR="91450" marL="91450" anchor="ctr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b="0" lang="ko-KR" sz="1400" u="none" cap="none" strike="noStrike">
                          <a:solidFill>
                            <a:schemeClr val="dk1"/>
                          </a:solidFill>
                        </a:rPr>
                        <a:t>Location</a:t>
                      </a:r>
                      <a:endParaRPr b="0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0000" marB="90000" marR="91450" marL="9145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b="0" lang="ko-KR" sz="1400" u="none" cap="none" strike="noStrik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T="90000" marB="90000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0000" marB="90000" marR="91450" marL="91450"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b="0" lang="ko-KR" sz="1400" u="none" cap="none" strike="noStrik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T="90000" marB="90000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b="0" lang="ko-KR" sz="1400" u="none" cap="none" strike="noStrike">
                          <a:solidFill>
                            <a:schemeClr val="dk1"/>
                          </a:solidFill>
                        </a:rPr>
                        <a:t>박소윤</a:t>
                      </a:r>
                      <a:endParaRPr/>
                    </a:p>
                  </a:txBody>
                  <a:tcPr marT="90000" marB="90000" marR="91450" marL="91450">
                    <a:solidFill>
                      <a:srgbClr val="D8D8D8"/>
                    </a:solidFill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b="0" lang="ko-KR" sz="1400" u="none" cap="none" strike="noStrik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T="90000" marB="90000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b="0" lang="ko-KR" sz="1400" u="none" cap="none" strike="noStrike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b="0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0000" marB="90000" marR="91450" marL="91450">
                    <a:solidFill>
                      <a:srgbClr val="D8D8D8"/>
                    </a:solidFill>
                  </a:tcPr>
                </a:tc>
              </a:tr>
              <a:tr h="370850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b="0" lang="ko-KR" sz="1400" u="none" cap="none" strike="noStrike">
                          <a:solidFill>
                            <a:schemeClr val="dk1"/>
                          </a:solidFill>
                        </a:rPr>
                        <a:t>화면 경로 : location</a:t>
                      </a:r>
                      <a:endParaRPr b="0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0000" marB="90000" marR="91450" marL="91450">
                    <a:solidFill>
                      <a:srgbClr val="D8D8D8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18" name="Google Shape;18;p1"/>
          <p:cNvGraphicFramePr/>
          <p:nvPr/>
        </p:nvGraphicFramePr>
        <p:xfrm>
          <a:off x="8603672" y="1180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{91ED450D-4DAD-4DAA-B61C-7EA7409578F3}</a:tableStyleId>
              </a:tblPr>
              <a:tblGrid>
                <a:gridCol w="357775"/>
                <a:gridCol w="3230550"/>
              </a:tblGrid>
              <a:tr h="515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b="0" lang="ko-KR" sz="1600" u="none" cap="none" strike="noStrik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D8D8D8"/>
                    </a:solidFill>
                  </a:tcPr>
                </a:tc>
                <a:tc hMerge="1"/>
              </a:tr>
              <a:tr h="7375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D8D8D8"/>
                    </a:solidFill>
                  </a:tcPr>
                </a:tc>
                <a:tc hMerge="1"/>
              </a:tr>
              <a:tr h="73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1.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ko-KR" sz="1100"/>
                        <a:t>추천콘텐츠(회원) 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ko-KR" sz="1100"/>
                        <a:t>default: 업종 기반 추천 콘텐츠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ko-KR" sz="1100"/>
                        <a:t>카드 슬라이드로 출력</a:t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  <a:tr h="73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2.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ko-KR" sz="1100"/>
                        <a:t>자료유형 필터(체크박스)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ko-KR" sz="1100"/>
                        <a:t>검색 박스 순으로 </a:t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  <a:tr h="73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3.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ko-KR" sz="1100"/>
                        <a:t>전체자료목록</a:t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  <a:tr h="73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  <a:tr h="73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  <a:tr h="73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sp>
        <p:nvSpPr>
          <p:cNvPr id="19" name="Google Shape;19;p1"/>
          <p:cNvSpPr/>
          <p:nvPr/>
        </p:nvSpPr>
        <p:spPr>
          <a:xfrm>
            <a:off x="1615044" y="1186018"/>
            <a:ext cx="6988500" cy="642900"/>
          </a:xfrm>
          <a:prstGeom prst="rect">
            <a:avLst/>
          </a:prstGeom>
          <a:solidFill>
            <a:srgbClr val="BFBFBF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0" y="6216732"/>
            <a:ext cx="8603700" cy="641400"/>
          </a:xfrm>
          <a:prstGeom prst="rect">
            <a:avLst/>
          </a:prstGeom>
          <a:solidFill>
            <a:srgbClr val="D8D8D8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푸터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257301" y="2671762"/>
            <a:ext cx="5829300" cy="15144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1257301" y="2157413"/>
            <a:ext cx="222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콘텐츠</a:t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1931195" y="3014663"/>
            <a:ext cx="1157400" cy="8445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255419" y="3006683"/>
            <a:ext cx="1157400" cy="8445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593307" y="3006683"/>
            <a:ext cx="1157400" cy="8445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6657974" y="3252313"/>
            <a:ext cx="42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1464471" y="3253436"/>
            <a:ext cx="42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1257301" y="4429125"/>
            <a:ext cx="5829300" cy="4410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자료유형 필터 / 검색</a:t>
            </a:r>
            <a:endParaRPr/>
          </a:p>
        </p:txBody>
      </p:sp>
      <p:sp>
        <p:nvSpPr>
          <p:cNvPr id="30" name="Google Shape;30;p1"/>
          <p:cNvSpPr txBox="1"/>
          <p:nvPr/>
        </p:nvSpPr>
        <p:spPr>
          <a:xfrm>
            <a:off x="63900" y="2768462"/>
            <a:ext cx="9432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1"/>
          <p:cNvSpPr txBox="1"/>
          <p:nvPr/>
        </p:nvSpPr>
        <p:spPr>
          <a:xfrm flipH="1">
            <a:off x="785306" y="2419675"/>
            <a:ext cx="11574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</a:t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" name="Google Shape;32;p1"/>
          <p:cNvSpPr txBox="1"/>
          <p:nvPr/>
        </p:nvSpPr>
        <p:spPr>
          <a:xfrm>
            <a:off x="-500451" y="2768476"/>
            <a:ext cx="71583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" name="Google Shape;33;p1"/>
          <p:cNvSpPr txBox="1"/>
          <p:nvPr/>
        </p:nvSpPr>
        <p:spPr>
          <a:xfrm flipH="1">
            <a:off x="785325" y="4234575"/>
            <a:ext cx="9432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</a:t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1257300" y="5112975"/>
            <a:ext cx="5829300" cy="84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전체자료목록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" name="Google Shape;35;p1"/>
          <p:cNvSpPr txBox="1"/>
          <p:nvPr/>
        </p:nvSpPr>
        <p:spPr>
          <a:xfrm flipH="1">
            <a:off x="671774" y="5285175"/>
            <a:ext cx="9432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</a:t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Mypage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Mypage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)&gt;&gt;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집주소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직장주소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나이 업종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직무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휴대폰 번호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산재여부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931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