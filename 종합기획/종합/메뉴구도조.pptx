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D137C-B0A7-4EA9-8042-8CE682586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EDC8DD-8540-48E6-A887-A112E8B2C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07D78-9EBE-491A-8956-6D1189C0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72D21-C636-4590-81A7-FEE7307C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78866-2D7F-4D79-A794-2372442B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8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C6A22-46E4-469A-A956-FD997335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939C8-BDAA-42F8-B3A9-75729D9EA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9F1F53-E126-4240-871B-DE4EB2AA3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4825D3-3E05-49FB-8515-DAFA913D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ABB18-EDB3-4B26-A173-6C9732B5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92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40F76-5221-48B7-90F7-BA534642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19D8E-5BB4-43F3-B35C-89D8D99C3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EFBF8-4819-4C6F-B835-EBCB19BC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1FA91-73CD-4F07-AEE8-7C3CBB81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D9DC63-9B0F-4E72-A58A-471912FF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62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465FB-7E03-4DBC-9911-C14B83937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93E520-580A-4C6D-A38B-67340E197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0EBC0C-1451-4128-87A1-1D43067B3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E93D36-6C43-4CE0-AC10-B136D47A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957FF8-ED78-47B1-A8F6-B54AE24F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B7B4FF-35CB-4EA0-AABD-5B4B0C9E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20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FC362-A4F3-4F97-9572-5B4D6DDE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23B4E6-1049-4C9B-B7A8-3EDDFEAE1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596EA1-9487-47D1-B7B7-49FCD063A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A384EC-069A-492E-8873-CBC9590A0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CEC737-B6D0-4F53-A3FA-1FC964615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3188EF-80E1-431D-9BD2-9EF0DBC7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204DC6-5121-4076-B975-8966A687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CB7F0C-67CC-4E94-9A8A-D54A18A8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35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9937D-C180-407A-95CC-20A3845AC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76F795-A3FF-4024-985C-70EC39C5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2FF2E6-6744-42F9-B7B1-F5A870A2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BEF18C-8A8E-4ADC-ADB0-D568EBAE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17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C06A5E-1A4E-436A-8606-059BFC30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2311B6-B3CE-4FA4-B809-E45318D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A93AD1-C8DD-4D56-BE1A-43523ED9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43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5E0BE-48D5-4752-ADCA-38F7995B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5B7AF6-4326-49DC-83B6-2B63AE92A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CB31E-E3D9-4EC8-8FCF-9CEEAEB4D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B1A5BD-9CAF-4E96-9F44-30469720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664B76-EE3D-46C7-8655-8EDDC4A8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F6BF2C-2526-414D-8051-29F4A2D9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AA023-45FB-4B83-A339-1167F585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2630BE-61CB-412B-AC83-84EF597A7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2CB7C0-35BF-4B8E-86DC-2C6522CFF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ABDC60-AA9D-4B6D-A1F2-E2CF2052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F87E78-3A4F-4E7A-B3B1-44FEBFDA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97820B-CB8D-4CC9-9BD0-D7E8BD01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9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7FA57-97F5-4940-80CA-AE15CAE9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9D7AA9-69B0-42E6-88D2-67EE18E20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90DAE-66F7-4CF1-84F7-76474517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9CD762-74F1-415C-BDF0-273CCD6CE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1A88CF-F8D3-4668-90E9-509102D7A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32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D68C31-A687-465E-849D-FDB39821F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431BA0-ABB7-47D2-9E10-467C93D29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67E6C6-A39F-4F83-B95A-BE595E1A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E23B87-4D78-4BE3-9FAD-0F4DDC42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3BFB56-20C8-4EDC-900A-BB8EED12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02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9B0FC3-6580-4145-9505-98530CC6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1B4E5A-8B28-4C3D-A612-A622C925B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6F648-EFF2-48F7-B618-E8B401BCF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190EB-3107-41C9-87B1-8F954F6497B9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696C0-C799-4F66-9658-FF08F398C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6E6D1-0692-499F-8C00-1BEA15050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43286-3BED-4D49-B45F-A6724316B8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1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EF93EB-5BE2-4504-AE56-E2E2CC85612F}"/>
              </a:ext>
            </a:extLst>
          </p:cNvPr>
          <p:cNvSpPr/>
          <p:nvPr/>
        </p:nvSpPr>
        <p:spPr>
          <a:xfrm>
            <a:off x="4983680" y="89064"/>
            <a:ext cx="1888177" cy="552203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E8743C45-8726-4A15-9646-DD9663388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55428"/>
              </p:ext>
            </p:extLst>
          </p:nvPr>
        </p:nvGraphicFramePr>
        <p:xfrm>
          <a:off x="256638" y="1740942"/>
          <a:ext cx="2260273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273">
                  <a:extLst>
                    <a:ext uri="{9D8B030D-6E8A-4147-A177-3AD203B41FA5}">
                      <a16:colId xmlns:a16="http://schemas.microsoft.com/office/drawing/2014/main" val="203885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서비스 소개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- </a:t>
                      </a:r>
                      <a:r>
                        <a:rPr lang="ko-KR" altLang="en-US" dirty="0"/>
                        <a:t>서비스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줄 소개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- </a:t>
                      </a:r>
                      <a:r>
                        <a:rPr lang="ko-KR" altLang="en-US" dirty="0"/>
                        <a:t>문제제기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필요성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핵심 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목표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59745"/>
                  </a:ext>
                </a:extLst>
              </a:tr>
            </a:tbl>
          </a:graphicData>
        </a:graphic>
      </p:graphicFrame>
      <p:graphicFrame>
        <p:nvGraphicFramePr>
          <p:cNvPr id="11" name="표 6">
            <a:extLst>
              <a:ext uri="{FF2B5EF4-FFF2-40B4-BE49-F238E27FC236}">
                <a16:creationId xmlns:a16="http://schemas.microsoft.com/office/drawing/2014/main" id="{28A99D55-6501-4EFC-85C5-C9C69319B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07205"/>
              </p:ext>
            </p:extLst>
          </p:nvPr>
        </p:nvGraphicFramePr>
        <p:xfrm>
          <a:off x="2679205" y="1740942"/>
          <a:ext cx="20174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03885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지역별 통계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업종별 통계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사고별</a:t>
                      </a:r>
                      <a:r>
                        <a:rPr lang="ko-KR" altLang="en-US" dirty="0"/>
                        <a:t> 통계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59745"/>
                  </a:ext>
                </a:extLst>
              </a:tr>
            </a:tbl>
          </a:graphicData>
        </a:graphic>
      </p:graphicFrame>
      <p:graphicFrame>
        <p:nvGraphicFramePr>
          <p:cNvPr id="12" name="표 6">
            <a:extLst>
              <a:ext uri="{FF2B5EF4-FFF2-40B4-BE49-F238E27FC236}">
                <a16:creationId xmlns:a16="http://schemas.microsoft.com/office/drawing/2014/main" id="{9C40050F-377C-4BF9-974B-EC26383BA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24664"/>
              </p:ext>
            </p:extLst>
          </p:nvPr>
        </p:nvGraphicFramePr>
        <p:xfrm>
          <a:off x="9278584" y="1740942"/>
          <a:ext cx="201748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03885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주변 산재 검색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주변 병원 검색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27956"/>
                  </a:ext>
                </a:extLst>
              </a:tr>
            </a:tbl>
          </a:graphicData>
        </a:graphic>
      </p:graphicFrame>
      <p:graphicFrame>
        <p:nvGraphicFramePr>
          <p:cNvPr id="13" name="표 6">
            <a:extLst>
              <a:ext uri="{FF2B5EF4-FFF2-40B4-BE49-F238E27FC236}">
                <a16:creationId xmlns:a16="http://schemas.microsoft.com/office/drawing/2014/main" id="{24B63224-A040-486C-8DA1-689E6C807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049505"/>
              </p:ext>
            </p:extLst>
          </p:nvPr>
        </p:nvGraphicFramePr>
        <p:xfrm>
          <a:off x="7098805" y="1724337"/>
          <a:ext cx="201748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03885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안전 교육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5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75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779979"/>
                  </a:ext>
                </a:extLst>
              </a:tr>
            </a:tbl>
          </a:graphicData>
        </a:graphic>
      </p:graphicFrame>
      <p:graphicFrame>
        <p:nvGraphicFramePr>
          <p:cNvPr id="14" name="표 6">
            <a:extLst>
              <a:ext uri="{FF2B5EF4-FFF2-40B4-BE49-F238E27FC236}">
                <a16:creationId xmlns:a16="http://schemas.microsoft.com/office/drawing/2014/main" id="{F18BB9DF-06AD-4222-B33B-655700558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520514"/>
              </p:ext>
            </p:extLst>
          </p:nvPr>
        </p:nvGraphicFramePr>
        <p:xfrm>
          <a:off x="4919026" y="1740942"/>
          <a:ext cx="20174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03885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산재 뉴스 목록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9114"/>
                  </a:ext>
                </a:extLst>
              </a:tr>
            </a:tbl>
          </a:graphicData>
        </a:graphic>
      </p:graphicFrame>
      <p:graphicFrame>
        <p:nvGraphicFramePr>
          <p:cNvPr id="15" name="표 6">
            <a:extLst>
              <a:ext uri="{FF2B5EF4-FFF2-40B4-BE49-F238E27FC236}">
                <a16:creationId xmlns:a16="http://schemas.microsoft.com/office/drawing/2014/main" id="{07A08FBA-FCC5-4BB5-B941-9DDBA385A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591254"/>
              </p:ext>
            </p:extLst>
          </p:nvPr>
        </p:nvGraphicFramePr>
        <p:xfrm>
          <a:off x="9889504" y="3632049"/>
          <a:ext cx="2017486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486">
                  <a:extLst>
                    <a:ext uri="{9D8B030D-6E8A-4147-A177-3AD203B41FA5}">
                      <a16:colId xmlns:a16="http://schemas.microsoft.com/office/drawing/2014/main" val="2038855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마이 페이지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28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 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회원 탈퇴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5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산재 관리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- </a:t>
                      </a:r>
                      <a:r>
                        <a:rPr lang="ko-KR" altLang="en-US" dirty="0"/>
                        <a:t>산재 리스트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  - </a:t>
                      </a:r>
                      <a:r>
                        <a:rPr lang="ko-KR" altLang="en-US" dirty="0"/>
                        <a:t>산재 작성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75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779979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481D571-3420-4848-A953-EA8B55B40879}"/>
              </a:ext>
            </a:extLst>
          </p:cNvPr>
          <p:cNvCxnSpPr>
            <a:cxnSpLocks/>
          </p:cNvCxnSpPr>
          <p:nvPr/>
        </p:nvCxnSpPr>
        <p:spPr>
          <a:xfrm>
            <a:off x="1377535" y="1187529"/>
            <a:ext cx="8918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51DF2DA-F8C8-4AC6-84A5-4928D67F676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386774" y="1187529"/>
            <a:ext cx="0" cy="553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6A042F8-18BB-4DE4-9B4E-D312B6CEE80D}"/>
              </a:ext>
            </a:extLst>
          </p:cNvPr>
          <p:cNvCxnSpPr/>
          <p:nvPr/>
        </p:nvCxnSpPr>
        <p:spPr>
          <a:xfrm flipV="1">
            <a:off x="3676737" y="1187529"/>
            <a:ext cx="0" cy="53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6296A64-DBB6-4CA8-9EA6-7F9FC7DDC69D}"/>
              </a:ext>
            </a:extLst>
          </p:cNvPr>
          <p:cNvCxnSpPr/>
          <p:nvPr/>
        </p:nvCxnSpPr>
        <p:spPr>
          <a:xfrm flipV="1">
            <a:off x="5927768" y="1187529"/>
            <a:ext cx="0" cy="53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E6F4106-0E9A-43B5-8E1D-DC1298A54860}"/>
              </a:ext>
            </a:extLst>
          </p:cNvPr>
          <p:cNvCxnSpPr/>
          <p:nvPr/>
        </p:nvCxnSpPr>
        <p:spPr>
          <a:xfrm flipV="1">
            <a:off x="8111836" y="1187529"/>
            <a:ext cx="0" cy="536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05E49B8-1AAC-4CC8-BA67-92A3D6504A12}"/>
              </a:ext>
            </a:extLst>
          </p:cNvPr>
          <p:cNvCxnSpPr/>
          <p:nvPr/>
        </p:nvCxnSpPr>
        <p:spPr>
          <a:xfrm flipV="1">
            <a:off x="10295903" y="1187529"/>
            <a:ext cx="0" cy="553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ECAEBF5-2DBF-4021-B14E-D6792FA89FCF}"/>
              </a:ext>
            </a:extLst>
          </p:cNvPr>
          <p:cNvCxnSpPr>
            <a:stCxn id="5" idx="2"/>
          </p:cNvCxnSpPr>
          <p:nvPr/>
        </p:nvCxnSpPr>
        <p:spPr>
          <a:xfrm flipH="1">
            <a:off x="5927768" y="641267"/>
            <a:ext cx="1" cy="647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35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61</Words>
  <Application>Microsoft Office PowerPoint</Application>
  <PresentationFormat>와이드스크린</PresentationFormat>
  <Paragraphs>24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 yun choi</dc:creator>
  <cp:lastModifiedBy>do yun choi</cp:lastModifiedBy>
  <cp:revision>5</cp:revision>
  <dcterms:created xsi:type="dcterms:W3CDTF">2025-11-24T00:50:23Z</dcterms:created>
  <dcterms:modified xsi:type="dcterms:W3CDTF">2025-11-24T01:27:34Z</dcterms:modified>
</cp:coreProperties>
</file>