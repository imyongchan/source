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299" r:id="rId38"/>
    <p:sldId id="300" r:id="rId39"/>
    <p:sldId id="301" r:id="rId40"/>
    <p:sldId id="305" r:id="rId41"/>
    <p:sldId id="286" r:id="rId42"/>
    <p:sldId id="292" r:id="rId43"/>
    <p:sldId id="287" r:id="rId44"/>
    <p:sldId id="288" r:id="rId45"/>
    <p:sldId id="290" r:id="rId46"/>
    <p:sldId id="293" r:id="rId47"/>
    <p:sldId id="289" r:id="rId48"/>
    <p:sldId id="302" r:id="rId49"/>
    <p:sldId id="264" r:id="rId50"/>
    <p:sldId id="303" r:id="rId51"/>
    <p:sldId id="304" r:id="rId52"/>
    <p:sldId id="314" r:id="rId53"/>
    <p:sldId id="315" r:id="rId54"/>
    <p:sldId id="323" r:id="rId55"/>
    <p:sldId id="322" r:id="rId56"/>
    <p:sldId id="325" r:id="rId57"/>
    <p:sldId id="324" r:id="rId58"/>
    <p:sldId id="297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1011" autoAdjust="0"/>
  </p:normalViewPr>
  <p:slideViewPr>
    <p:cSldViewPr snapToGrid="0">
      <p:cViewPr varScale="1">
        <p:scale>
          <a:sx n="104" d="100"/>
          <a:sy n="104" d="100"/>
        </p:scale>
        <p:origin x="7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12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8745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72296"/>
              </p:ext>
            </p:extLst>
          </p:nvPr>
        </p:nvGraphicFramePr>
        <p:xfrm>
          <a:off x="351394" y="2687320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4192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3" name="표 57">
            <a:extLst>
              <a:ext uri="{FF2B5EF4-FFF2-40B4-BE49-F238E27FC236}">
                <a16:creationId xmlns:a16="http://schemas.microsoft.com/office/drawing/2014/main" id="{259FD06B-23EF-0599-4590-327A5C86C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54310"/>
              </p:ext>
            </p:extLst>
          </p:nvPr>
        </p:nvGraphicFramePr>
        <p:xfrm>
          <a:off x="238125" y="3002942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6320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85239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9198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70155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35105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8790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5334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279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맞춤 통계 분석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안전교육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90921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1197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15439"/>
              </p:ext>
            </p:extLst>
          </p:nvPr>
        </p:nvGraphicFramePr>
        <p:xfrm>
          <a:off x="8603672" y="1180081"/>
          <a:ext cx="3588327" cy="5692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578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122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58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978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47959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숫자만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1815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4513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476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22120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203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08533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나이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6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3032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360950"/>
              </p:ext>
            </p:extLst>
          </p:nvPr>
        </p:nvGraphicFramePr>
        <p:xfrm>
          <a:off x="8603672" y="1180083"/>
          <a:ext cx="3588327" cy="569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3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354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92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669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4136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47040"/>
              </p:ext>
            </p:extLst>
          </p:nvPr>
        </p:nvGraphicFramePr>
        <p:xfrm>
          <a:off x="8603672" y="1180083"/>
          <a:ext cx="3588327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270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4671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3540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34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67547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1528194" y="454801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67547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17781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18403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16316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2::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17781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67547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64617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5385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386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11563"/>
              </p:ext>
            </p:extLst>
          </p:nvPr>
        </p:nvGraphicFramePr>
        <p:xfrm>
          <a:off x="8603672" y="1180080"/>
          <a:ext cx="3588327" cy="581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421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3174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978"/>
              </p:ext>
            </p:extLst>
          </p:nvPr>
        </p:nvGraphicFramePr>
        <p:xfrm>
          <a:off x="8603672" y="1180081"/>
          <a:ext cx="3588327" cy="5617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산재리스트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Join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해서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 프로필 명시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정보선택을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클릭할때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본인이 작성한 산재 정보 목록 중 겪은 산재 선택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(Select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할 수 있게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2FFAF-E532-0FA7-2D39-ACC91267F496}"/>
              </a:ext>
            </a:extLst>
          </p:cNvPr>
          <p:cNvSpPr/>
          <p:nvPr/>
        </p:nvSpPr>
        <p:spPr>
          <a:xfrm>
            <a:off x="6673212" y="2364788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F51771-E44A-953D-0C91-B6EE8EF0AC9C}"/>
              </a:ext>
            </a:extLst>
          </p:cNvPr>
          <p:cNvSpPr/>
          <p:nvPr/>
        </p:nvSpPr>
        <p:spPr>
          <a:xfrm>
            <a:off x="6502952" y="2244942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AD9B29-D813-20EE-3223-5ABEFF00E57D}"/>
              </a:ext>
            </a:extLst>
          </p:cNvPr>
          <p:cNvSpPr/>
          <p:nvPr/>
        </p:nvSpPr>
        <p:spPr>
          <a:xfrm>
            <a:off x="7014888" y="1324407"/>
            <a:ext cx="1258932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정보 목록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77588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782090"/>
              </p:ext>
            </p:extLst>
          </p:nvPr>
        </p:nvGraphicFramePr>
        <p:xfrm>
          <a:off x="8603672" y="1180081"/>
          <a:ext cx="3588327" cy="5837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보면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년도별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통계분석 가능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0C3FE3-BB76-E61C-C52C-1978DD221B9E}"/>
              </a:ext>
            </a:extLst>
          </p:cNvPr>
          <p:cNvSpPr/>
          <p:nvPr/>
        </p:nvSpPr>
        <p:spPr>
          <a:xfrm>
            <a:off x="6592551" y="2345429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7730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04258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0853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86075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32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4559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149170995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main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317625951"/>
              </p:ext>
            </p:extLst>
          </p:nvPr>
        </p:nvGraphicFramePr>
        <p:xfrm>
          <a:off x="8603672" y="1180081"/>
          <a:ext cx="3588325" cy="569002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1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8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main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1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917" y="55206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1424111" y="61636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교육자료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3714591" y="3131441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업종별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1D005-5ABD-4C06-9CF3-ED0531F5D442}"/>
              </a:ext>
            </a:extLst>
          </p:cNvPr>
          <p:cNvSpPr/>
          <p:nvPr/>
        </p:nvSpPr>
        <p:spPr>
          <a:xfrm>
            <a:off x="878305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A663A-877B-43EA-A627-E98A52E6A245}"/>
              </a:ext>
            </a:extLst>
          </p:cNvPr>
          <p:cNvSpPr txBox="1"/>
          <p:nvPr/>
        </p:nvSpPr>
        <p:spPr>
          <a:xfrm>
            <a:off x="1279425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동영상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DECD2E-8868-43C7-BBFE-F4B2D0052B72}"/>
              </a:ext>
            </a:extLst>
          </p:cNvPr>
          <p:cNvSpPr/>
          <p:nvPr/>
        </p:nvSpPr>
        <p:spPr>
          <a:xfrm>
            <a:off x="2082755" y="5839077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C872D-4934-43C9-ADBB-30B8DB8DE183}"/>
              </a:ext>
            </a:extLst>
          </p:cNvPr>
          <p:cNvSpPr txBox="1"/>
          <p:nvPr/>
        </p:nvSpPr>
        <p:spPr>
          <a:xfrm>
            <a:off x="2483875" y="5826773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OPS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70BF3-A58E-4C37-BB7E-D24756CDDA25}"/>
              </a:ext>
            </a:extLst>
          </p:cNvPr>
          <p:cNvSpPr/>
          <p:nvPr/>
        </p:nvSpPr>
        <p:spPr>
          <a:xfrm>
            <a:off x="3353039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71BC7-6A1B-4105-91AF-18413B350D6A}"/>
              </a:ext>
            </a:extLst>
          </p:cNvPr>
          <p:cNvSpPr txBox="1"/>
          <p:nvPr/>
        </p:nvSpPr>
        <p:spPr>
          <a:xfrm>
            <a:off x="3754159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교재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0973F0-4017-4C39-A468-05EB7BC3F9EC}"/>
              </a:ext>
            </a:extLst>
          </p:cNvPr>
          <p:cNvSpPr/>
          <p:nvPr/>
        </p:nvSpPr>
        <p:spPr>
          <a:xfrm>
            <a:off x="462332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AA0779-66BE-48C3-9E8D-13908399725C}"/>
              </a:ext>
            </a:extLst>
          </p:cNvPr>
          <p:cNvSpPr txBox="1"/>
          <p:nvPr/>
        </p:nvSpPr>
        <p:spPr>
          <a:xfrm>
            <a:off x="502444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PPT</a:t>
            </a:r>
            <a:endParaRPr lang="ko-KR" altLang="en-US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D9CACA8-9093-4DC6-ABA6-A4B7F7568171}"/>
              </a:ext>
            </a:extLst>
          </p:cNvPr>
          <p:cNvSpPr/>
          <p:nvPr/>
        </p:nvSpPr>
        <p:spPr>
          <a:xfrm>
            <a:off x="582777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EDFEC-90EE-41A1-95CB-D5875D808C19}"/>
              </a:ext>
            </a:extLst>
          </p:cNvPr>
          <p:cNvSpPr txBox="1"/>
          <p:nvPr/>
        </p:nvSpPr>
        <p:spPr>
          <a:xfrm>
            <a:off x="622889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71680491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800507469"/>
              </p:ext>
            </p:extLst>
          </p:nvPr>
        </p:nvGraphicFramePr>
        <p:xfrm>
          <a:off x="8603672" y="1180080"/>
          <a:ext cx="3588325" cy="68639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키워드 항목 사용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내용에 따라 추가 및 제거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썸네일 이미지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4238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383600" y="39501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679038" y="459730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679038" y="5627228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7593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4621"/>
              </p:ext>
            </p:extLst>
          </p:nvPr>
        </p:nvGraphicFramePr>
        <p:xfrm>
          <a:off x="8603672" y="1180080"/>
          <a:ext cx="3588327" cy="737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 이름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태그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키워드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OPS/PPT/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교재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교육 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331556" y="3175728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4174709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태그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713445"/>
            <a:ext cx="231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 PPT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22109" y="4781209"/>
            <a:ext cx="2372396" cy="686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4769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584660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연관 컨텐츠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이런콘텐츠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어떠세요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항목의 썸네일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41746" y="2458157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연관 컨텐츠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491884" y="3002942"/>
            <a:ext cx="7334119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9219" y="291654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281107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211664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192670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2517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46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2095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산재위치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또는 기타 아이디어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리스트형태로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D67E2E-266C-446F-BA8E-6C00531C6B3F}"/>
              </a:ext>
            </a:extLst>
          </p:cNvPr>
          <p:cNvSpPr/>
          <p:nvPr/>
        </p:nvSpPr>
        <p:spPr>
          <a:xfrm>
            <a:off x="4410958" y="2712121"/>
            <a:ext cx="1278585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정보 목록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6245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2787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체크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342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8605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519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326681"/>
            <a:ext cx="7921373" cy="275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sz="1200" b="0">
                <a:solidFill>
                  <a:schemeClr val="tx1"/>
                </a:solidFill>
              </a:rPr>
              <a:t>Kakao </a:t>
            </a:r>
            <a:r>
              <a:rPr lang="ko-KR" altLang="en-US" sz="1200" b="0">
                <a:solidFill>
                  <a:schemeClr val="tx1"/>
                </a:solidFill>
              </a:rPr>
              <a:t>지도 </a:t>
            </a:r>
            <a:r>
              <a:rPr lang="en-US" altLang="ko-KR" sz="1200" b="0">
                <a:solidFill>
                  <a:schemeClr val="tx1"/>
                </a:solidFill>
              </a:rPr>
              <a:t>API</a:t>
            </a:r>
            <a:r>
              <a:rPr lang="ko-KR" altLang="en-US" sz="1200" b="0">
                <a:solidFill>
                  <a:schemeClr val="tx1"/>
                </a:solidFill>
              </a:rPr>
              <a:t>를 활용하여 해당 산재 지정 의료기관 위치를 마커 표시</a:t>
            </a:r>
            <a:endParaRPr lang="en-US" altLang="ko-KR" sz="1200" b="0">
              <a:solidFill>
                <a:schemeClr val="tx1"/>
              </a:solidFill>
            </a:endParaRPr>
          </a:p>
          <a:p>
            <a:pPr latinLnBrk="1"/>
            <a:r>
              <a:rPr lang="ko-KR" altLang="en-US" sz="1200" b="0">
                <a:solidFill>
                  <a:schemeClr val="tx1"/>
                </a:solidFill>
              </a:rPr>
              <a:t>줌 레벨 만들어보면서 체크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246337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72138"/>
              </p:ext>
            </p:extLst>
          </p:nvPr>
        </p:nvGraphicFramePr>
        <p:xfrm>
          <a:off x="8603672" y="1180080"/>
          <a:ext cx="3588327" cy="619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화면에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28526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340642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394899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C6E47C-377F-48C3-975E-9EF52302EBB0}"/>
              </a:ext>
            </a:extLst>
          </p:cNvPr>
          <p:cNvSpPr/>
          <p:nvPr/>
        </p:nvSpPr>
        <p:spPr>
          <a:xfrm>
            <a:off x="7358474" y="4234620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6EBE1-9DBD-4248-8335-C0EBD51912D0}"/>
              </a:ext>
            </a:extLst>
          </p:cNvPr>
          <p:cNvSpPr/>
          <p:nvPr/>
        </p:nvSpPr>
        <p:spPr>
          <a:xfrm>
            <a:off x="7846577" y="424257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5266-C006-4C75-827C-BCD9ABB33668}"/>
              </a:ext>
            </a:extLst>
          </p:cNvPr>
          <p:cNvSpPr/>
          <p:nvPr/>
        </p:nvSpPr>
        <p:spPr>
          <a:xfrm>
            <a:off x="3361691" y="5871614"/>
            <a:ext cx="1702676" cy="302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리뷰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10DCA-4238-472C-B4A3-D7C96B9464A2}"/>
              </a:ext>
            </a:extLst>
          </p:cNvPr>
          <p:cNvSpPr/>
          <p:nvPr/>
        </p:nvSpPr>
        <p:spPr>
          <a:xfrm>
            <a:off x="3222725" y="5687518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4DABA-A602-44B5-B093-8E8983803FAA}"/>
              </a:ext>
            </a:extLst>
          </p:cNvPr>
          <p:cNvSpPr/>
          <p:nvPr/>
        </p:nvSpPr>
        <p:spPr>
          <a:xfrm>
            <a:off x="423186" y="4526367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F39268-2150-494F-B6A5-6FE11F66A6F9}"/>
              </a:ext>
            </a:extLst>
          </p:cNvPr>
          <p:cNvSpPr/>
          <p:nvPr/>
        </p:nvSpPr>
        <p:spPr>
          <a:xfrm>
            <a:off x="2572088" y="5318620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408660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888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43073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등록하기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로그인한 사용자 아이디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datetime auto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3187" y="2199362"/>
            <a:ext cx="792137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005259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77545-EBBA-4883-BB42-B279F1986281}"/>
              </a:ext>
            </a:extLst>
          </p:cNvPr>
          <p:cNvSpPr/>
          <p:nvPr/>
        </p:nvSpPr>
        <p:spPr>
          <a:xfrm>
            <a:off x="2168119" y="47592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2000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5309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80081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89312"/>
              </p:ext>
            </p:extLst>
          </p:nvPr>
        </p:nvGraphicFramePr>
        <p:xfrm>
          <a:off x="-1" y="1816922"/>
          <a:ext cx="1677451" cy="5041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51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</a:tblGrid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85076"/>
                  </a:ext>
                </a:extLst>
              </a:tr>
              <a:tr h="5514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208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024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9239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관리자가 대략적인 회원의 흐름을 한눈에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볼수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75214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04F7A-5F4F-ACF6-4C9A-306724CD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87" y="1778617"/>
            <a:ext cx="6851787" cy="20918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E891E-14C3-49E2-A0D3-6971D2F5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67" y="4347563"/>
            <a:ext cx="5686425" cy="226695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A1B36-9293-5A12-FC95-955E42D29165}"/>
              </a:ext>
            </a:extLst>
          </p:cNvPr>
          <p:cNvSpPr/>
          <p:nvPr/>
        </p:nvSpPr>
        <p:spPr>
          <a:xfrm>
            <a:off x="2490950" y="3947212"/>
            <a:ext cx="1975770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월별 신규가입 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산재등록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A0615B-3117-5FDB-064C-93CDBBC888D3}"/>
              </a:ext>
            </a:extLst>
          </p:cNvPr>
          <p:cNvSpPr/>
          <p:nvPr/>
        </p:nvSpPr>
        <p:spPr>
          <a:xfrm>
            <a:off x="6638102" y="3929125"/>
            <a:ext cx="1103342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🔴 신규가입 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</a:rPr>
              <a:t>🔵 산재등록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096FEC-696D-432E-B04C-881E045C0FE2}"/>
              </a:ext>
            </a:extLst>
          </p:cNvPr>
          <p:cNvSpPr/>
          <p:nvPr/>
        </p:nvSpPr>
        <p:spPr>
          <a:xfrm>
            <a:off x="23636" y="1175214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1485F2-2C19-4113-B3C1-B643B528AFC5}"/>
              </a:ext>
            </a:extLst>
          </p:cNvPr>
          <p:cNvSpPr/>
          <p:nvPr/>
        </p:nvSpPr>
        <p:spPr>
          <a:xfrm>
            <a:off x="1559303" y="1612559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1598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824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8196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민감한 개인정보를 제외한 회원정보 보여주기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?”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띄어주고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확인하면 회원 삭제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1677451" y="1180081"/>
            <a:ext cx="6926220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D67916ED-A79E-4F66-9CE9-813C6C03F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95321"/>
              </p:ext>
            </p:extLst>
          </p:nvPr>
        </p:nvGraphicFramePr>
        <p:xfrm>
          <a:off x="1784655" y="2522483"/>
          <a:ext cx="669088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177">
                  <a:extLst>
                    <a:ext uri="{9D8B030D-6E8A-4147-A177-3AD203B41FA5}">
                      <a16:colId xmlns:a16="http://schemas.microsoft.com/office/drawing/2014/main" val="3571291480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401191227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3213933534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95023035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2761892074"/>
                    </a:ext>
                  </a:extLst>
                </a:gridCol>
              </a:tblGrid>
              <a:tr h="1508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가입일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1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858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6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2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8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194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DC073A-FCB5-43F4-B7D3-D3AA6E2ABEA5}"/>
              </a:ext>
            </a:extLst>
          </p:cNvPr>
          <p:cNvSpPr txBox="1"/>
          <p:nvPr/>
        </p:nvSpPr>
        <p:spPr>
          <a:xfrm>
            <a:off x="1721594" y="2153151"/>
            <a:ext cx="13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664B6B-7608-4DA3-A674-E6889D539FB4}"/>
              </a:ext>
            </a:extLst>
          </p:cNvPr>
          <p:cNvSpPr/>
          <p:nvPr/>
        </p:nvSpPr>
        <p:spPr>
          <a:xfrm>
            <a:off x="1582628" y="190211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145F78-D50D-45BD-8856-F599F0C8E354}"/>
              </a:ext>
            </a:extLst>
          </p:cNvPr>
          <p:cNvSpPr/>
          <p:nvPr/>
        </p:nvSpPr>
        <p:spPr>
          <a:xfrm>
            <a:off x="7107128" y="233781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CB031-D8EC-465E-8958-286F8A3123C4}"/>
              </a:ext>
            </a:extLst>
          </p:cNvPr>
          <p:cNvSpPr/>
          <p:nvPr/>
        </p:nvSpPr>
        <p:spPr>
          <a:xfrm>
            <a:off x="3104444" y="50723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59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2927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46185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산재등록 목록 검색필터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발생형태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 산재등록 목록 테이블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9B36BA-6DA8-4C53-AFEB-F4E8C821AD97}"/>
              </a:ext>
            </a:extLst>
          </p:cNvPr>
          <p:cNvSpPr txBox="1"/>
          <p:nvPr/>
        </p:nvSpPr>
        <p:spPr>
          <a:xfrm>
            <a:off x="2241103" y="2388096"/>
            <a:ext cx="1133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검색 </a:t>
            </a:r>
            <a:r>
              <a:rPr lang="en-US" altLang="ko-KR" sz="1400" b="1" dirty="0"/>
              <a:t>/ </a:t>
            </a:r>
            <a:r>
              <a:rPr lang="ko-KR" altLang="en-US" sz="1400" b="1" dirty="0"/>
              <a:t>필터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14AB4E91-C744-C53F-5941-BD8F9F4B7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57626"/>
              </p:ext>
            </p:extLst>
          </p:nvPr>
        </p:nvGraphicFramePr>
        <p:xfrm>
          <a:off x="2108199" y="4098303"/>
          <a:ext cx="6203951" cy="159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54">
                  <a:extLst>
                    <a:ext uri="{9D8B030D-6E8A-4147-A177-3AD203B41FA5}">
                      <a16:colId xmlns:a16="http://schemas.microsoft.com/office/drawing/2014/main" val="290832576"/>
                    </a:ext>
                  </a:extLst>
                </a:gridCol>
                <a:gridCol w="604130">
                  <a:extLst>
                    <a:ext uri="{9D8B030D-6E8A-4147-A177-3AD203B41FA5}">
                      <a16:colId xmlns:a16="http://schemas.microsoft.com/office/drawing/2014/main" val="102188575"/>
                    </a:ext>
                  </a:extLst>
                </a:gridCol>
                <a:gridCol w="772331">
                  <a:extLst>
                    <a:ext uri="{9D8B030D-6E8A-4147-A177-3AD203B41FA5}">
                      <a16:colId xmlns:a16="http://schemas.microsoft.com/office/drawing/2014/main" val="1300920205"/>
                    </a:ext>
                  </a:extLst>
                </a:gridCol>
                <a:gridCol w="1098149">
                  <a:extLst>
                    <a:ext uri="{9D8B030D-6E8A-4147-A177-3AD203B41FA5}">
                      <a16:colId xmlns:a16="http://schemas.microsoft.com/office/drawing/2014/main" val="878541107"/>
                    </a:ext>
                  </a:extLst>
                </a:gridCol>
                <a:gridCol w="669605">
                  <a:extLst>
                    <a:ext uri="{9D8B030D-6E8A-4147-A177-3AD203B41FA5}">
                      <a16:colId xmlns:a16="http://schemas.microsoft.com/office/drawing/2014/main" val="2804284854"/>
                    </a:ext>
                  </a:extLst>
                </a:gridCol>
                <a:gridCol w="721696">
                  <a:extLst>
                    <a:ext uri="{9D8B030D-6E8A-4147-A177-3AD203B41FA5}">
                      <a16:colId xmlns:a16="http://schemas.microsoft.com/office/drawing/2014/main" val="2733423004"/>
                    </a:ext>
                  </a:extLst>
                </a:gridCol>
                <a:gridCol w="769626">
                  <a:extLst>
                    <a:ext uri="{9D8B030D-6E8A-4147-A177-3AD203B41FA5}">
                      <a16:colId xmlns:a16="http://schemas.microsoft.com/office/drawing/2014/main" val="2614146688"/>
                    </a:ext>
                  </a:extLst>
                </a:gridCol>
                <a:gridCol w="1208260">
                  <a:extLst>
                    <a:ext uri="{9D8B030D-6E8A-4147-A177-3AD203B41FA5}">
                      <a16:colId xmlns:a16="http://schemas.microsoft.com/office/drawing/2014/main" val="1299462405"/>
                    </a:ext>
                  </a:extLst>
                </a:gridCol>
              </a:tblGrid>
              <a:tr h="238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No.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회원명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발생형태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질병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발생일자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사고지역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45175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출판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인쇄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제본업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끼임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우측 손가락 골절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2023-11-01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서울시 강남구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64222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72185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3091EE4C-4CE9-4ED1-ACA7-51708CFC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07" y="2909510"/>
            <a:ext cx="3696216" cy="2476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EEDECB-78EA-210D-B875-6E3AAE6C538E}"/>
              </a:ext>
            </a:extLst>
          </p:cNvPr>
          <p:cNvSpPr txBox="1"/>
          <p:nvPr/>
        </p:nvSpPr>
        <p:spPr>
          <a:xfrm>
            <a:off x="2241103" y="3546917"/>
            <a:ext cx="189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회원 산재등록 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73300-5F5D-335F-D59D-2BA289995F27}"/>
              </a:ext>
            </a:extLst>
          </p:cNvPr>
          <p:cNvSpPr/>
          <p:nvPr/>
        </p:nvSpPr>
        <p:spPr>
          <a:xfrm>
            <a:off x="1963171" y="254198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90C704-CDD5-9225-24B0-C42371073555}"/>
              </a:ext>
            </a:extLst>
          </p:cNvPr>
          <p:cNvSpPr/>
          <p:nvPr/>
        </p:nvSpPr>
        <p:spPr>
          <a:xfrm>
            <a:off x="1952075" y="387153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FD89E1-8FB4-4D90-AEB3-0FCB6E775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16711"/>
            <a:ext cx="240484" cy="2404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2D5A1-ECEF-40E3-8168-83372110D37B}"/>
              </a:ext>
            </a:extLst>
          </p:cNvPr>
          <p:cNvSpPr txBox="1"/>
          <p:nvPr/>
        </p:nvSpPr>
        <p:spPr>
          <a:xfrm>
            <a:off x="1871703" y="1465441"/>
            <a:ext cx="172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회원 산재 조회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8A418D-5B87-4491-9696-BBCCEEC25654}"/>
              </a:ext>
            </a:extLst>
          </p:cNvPr>
          <p:cNvSpPr/>
          <p:nvPr/>
        </p:nvSpPr>
        <p:spPr>
          <a:xfrm>
            <a:off x="-20489" y="1180080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FC14AB-BC62-4AED-98F8-76776A6C58DF}"/>
              </a:ext>
            </a:extLst>
          </p:cNvPr>
          <p:cNvSpPr/>
          <p:nvPr/>
        </p:nvSpPr>
        <p:spPr>
          <a:xfrm>
            <a:off x="3423858" y="60225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65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8531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39568"/>
              </p:ext>
            </p:extLst>
          </p:nvPr>
        </p:nvGraphicFramePr>
        <p:xfrm>
          <a:off x="8603672" y="1180080"/>
          <a:ext cx="3588327" cy="5739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회원들이 등록한 리뷰 열람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테이블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상세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열람 하고싶은 리뷰 검색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ED75A3-C1B1-6944-2403-D1EC42282AF6}"/>
              </a:ext>
            </a:extLst>
          </p:cNvPr>
          <p:cNvGrpSpPr/>
          <p:nvPr/>
        </p:nvGrpSpPr>
        <p:grpSpPr>
          <a:xfrm>
            <a:off x="2522159" y="2319355"/>
            <a:ext cx="1932137" cy="3822366"/>
            <a:chOff x="308035" y="2064890"/>
            <a:chExt cx="2166717" cy="462150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AD4B23-8DC2-005C-4070-DF563D7B3D78}"/>
                </a:ext>
              </a:extLst>
            </p:cNvPr>
            <p:cNvSpPr/>
            <p:nvPr/>
          </p:nvSpPr>
          <p:spPr>
            <a:xfrm>
              <a:off x="30803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C568FB2-9E67-60F6-B99D-32DF7037BF65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429D88C-05BE-F954-C287-D8E3946D3A94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5F9D515-7146-5D5C-5085-8750F36CBA2A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F28D879-ADA5-71AF-D313-BF628F642CFA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FECF496-6E84-5B9A-43FF-5B8F22CC486D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5567B12-B9DC-3980-B9E8-86AE919F40DB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584D4EF-1071-4B10-B0CC-F73DB44CFA1D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5A20FE6-FCEE-9217-2592-8C2FFD476869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98B42-7568-0FA7-9E24-99526805BF4E}"/>
              </a:ext>
            </a:extLst>
          </p:cNvPr>
          <p:cNvSpPr/>
          <p:nvPr/>
        </p:nvSpPr>
        <p:spPr>
          <a:xfrm>
            <a:off x="5190309" y="1806681"/>
            <a:ext cx="3040369" cy="3751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E29E2E-B92C-B987-4977-94C6A3C734F0}"/>
              </a:ext>
            </a:extLst>
          </p:cNvPr>
          <p:cNvSpPr/>
          <p:nvPr/>
        </p:nvSpPr>
        <p:spPr>
          <a:xfrm>
            <a:off x="6096000" y="1833019"/>
            <a:ext cx="2058099" cy="3123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검색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33A41A-DAB7-80E9-153C-9DCC89077478}"/>
              </a:ext>
            </a:extLst>
          </p:cNvPr>
          <p:cNvGrpSpPr/>
          <p:nvPr/>
        </p:nvGrpSpPr>
        <p:grpSpPr>
          <a:xfrm>
            <a:off x="4451009" y="2319356"/>
            <a:ext cx="1805173" cy="3822365"/>
            <a:chOff x="2464455" y="2064890"/>
            <a:chExt cx="2166717" cy="46215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754E66E-F266-5FE2-AE79-1650855F383C}"/>
                </a:ext>
              </a:extLst>
            </p:cNvPr>
            <p:cNvSpPr/>
            <p:nvPr/>
          </p:nvSpPr>
          <p:spPr>
            <a:xfrm>
              <a:off x="246445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55BF8E-A615-DDC5-43E5-C0FE462BF9AC}"/>
                </a:ext>
              </a:extLst>
            </p:cNvPr>
            <p:cNvSpPr/>
            <p:nvPr/>
          </p:nvSpPr>
          <p:spPr>
            <a:xfrm>
              <a:off x="246636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06AE7E4-C1D4-1389-9542-88E70125085A}"/>
                </a:ext>
              </a:extLst>
            </p:cNvPr>
            <p:cNvSpPr/>
            <p:nvPr/>
          </p:nvSpPr>
          <p:spPr>
            <a:xfrm>
              <a:off x="246636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C75C338-76F1-107F-42FE-30893B17AD0A}"/>
                </a:ext>
              </a:extLst>
            </p:cNvPr>
            <p:cNvSpPr/>
            <p:nvPr/>
          </p:nvSpPr>
          <p:spPr>
            <a:xfrm>
              <a:off x="246446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13B201C-12D7-5B94-EEC9-7577A7FFFD1B}"/>
                </a:ext>
              </a:extLst>
            </p:cNvPr>
            <p:cNvSpPr/>
            <p:nvPr/>
          </p:nvSpPr>
          <p:spPr>
            <a:xfrm>
              <a:off x="246446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9C9A893-78BC-AA39-79E7-AC119FC8A42A}"/>
                </a:ext>
              </a:extLst>
            </p:cNvPr>
            <p:cNvSpPr/>
            <p:nvPr/>
          </p:nvSpPr>
          <p:spPr>
            <a:xfrm>
              <a:off x="246446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DDC1614-7D20-DB22-B5AB-52EC0D21EE8B}"/>
                </a:ext>
              </a:extLst>
            </p:cNvPr>
            <p:cNvSpPr/>
            <p:nvPr/>
          </p:nvSpPr>
          <p:spPr>
            <a:xfrm>
              <a:off x="246446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A1450180-0E97-EDBB-B6DB-CB2473798304}"/>
                </a:ext>
              </a:extLst>
            </p:cNvPr>
            <p:cNvSpPr/>
            <p:nvPr/>
          </p:nvSpPr>
          <p:spPr>
            <a:xfrm>
              <a:off x="246446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9FD7DF7-288F-5E0C-233E-08A33F33F418}"/>
                </a:ext>
              </a:extLst>
            </p:cNvPr>
            <p:cNvSpPr/>
            <p:nvPr/>
          </p:nvSpPr>
          <p:spPr>
            <a:xfrm>
              <a:off x="246446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19DC55-76DC-D8C9-E4DE-45000C546144}"/>
              </a:ext>
            </a:extLst>
          </p:cNvPr>
          <p:cNvGrpSpPr/>
          <p:nvPr/>
        </p:nvGrpSpPr>
        <p:grpSpPr>
          <a:xfrm>
            <a:off x="6257882" y="2319355"/>
            <a:ext cx="1974696" cy="3822366"/>
            <a:chOff x="5492884" y="2064890"/>
            <a:chExt cx="2739693" cy="4621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3DE84B6-AE7B-49EE-1F15-4D101387CB4B}"/>
                </a:ext>
              </a:extLst>
            </p:cNvPr>
            <p:cNvSpPr/>
            <p:nvPr/>
          </p:nvSpPr>
          <p:spPr>
            <a:xfrm>
              <a:off x="5492884" y="2064890"/>
              <a:ext cx="2737787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AFADA21-1195-0074-4616-8C7FC98F6562}"/>
                </a:ext>
              </a:extLst>
            </p:cNvPr>
            <p:cNvSpPr/>
            <p:nvPr/>
          </p:nvSpPr>
          <p:spPr>
            <a:xfrm>
              <a:off x="5494789" y="2334453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B277293-6632-DFCB-C8C4-E844F28C1BEE}"/>
                </a:ext>
              </a:extLst>
            </p:cNvPr>
            <p:cNvSpPr/>
            <p:nvPr/>
          </p:nvSpPr>
          <p:spPr>
            <a:xfrm>
              <a:off x="5494789" y="2881569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49E0BE9-3CEB-3569-DA93-5B24EC5C7B8E}"/>
                </a:ext>
              </a:extLst>
            </p:cNvPr>
            <p:cNvSpPr/>
            <p:nvPr/>
          </p:nvSpPr>
          <p:spPr>
            <a:xfrm>
              <a:off x="5492890" y="3429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91CB0D1-CB53-9955-F570-197594361061}"/>
                </a:ext>
              </a:extLst>
            </p:cNvPr>
            <p:cNvSpPr/>
            <p:nvPr/>
          </p:nvSpPr>
          <p:spPr>
            <a:xfrm>
              <a:off x="5492890" y="3968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89F8A61-1A2B-9FC1-9BDF-4BDA1B70FF22}"/>
                </a:ext>
              </a:extLst>
            </p:cNvPr>
            <p:cNvSpPr/>
            <p:nvPr/>
          </p:nvSpPr>
          <p:spPr>
            <a:xfrm>
              <a:off x="5492889" y="5062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36E6EC0-31D2-C5AA-2085-03B2D3BD3DC2}"/>
                </a:ext>
              </a:extLst>
            </p:cNvPr>
            <p:cNvSpPr/>
            <p:nvPr/>
          </p:nvSpPr>
          <p:spPr>
            <a:xfrm>
              <a:off x="5492889" y="4515431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FE787AB-89B3-5A0E-8090-C9A1CCBEDDC9}"/>
                </a:ext>
              </a:extLst>
            </p:cNvPr>
            <p:cNvSpPr/>
            <p:nvPr/>
          </p:nvSpPr>
          <p:spPr>
            <a:xfrm>
              <a:off x="5492889" y="5601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09F39EF-3ED6-7CB6-9A31-074F8DACD801}"/>
                </a:ext>
              </a:extLst>
            </p:cNvPr>
            <p:cNvSpPr/>
            <p:nvPr/>
          </p:nvSpPr>
          <p:spPr>
            <a:xfrm>
              <a:off x="5492889" y="6138964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29F664-9076-B942-8B0D-C42136881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73" y="1866583"/>
            <a:ext cx="240484" cy="240484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6E72F8-90C8-3C96-739C-DC92FF370D93}"/>
              </a:ext>
            </a:extLst>
          </p:cNvPr>
          <p:cNvSpPr/>
          <p:nvPr/>
        </p:nvSpPr>
        <p:spPr>
          <a:xfrm>
            <a:off x="5561399" y="1833019"/>
            <a:ext cx="544709" cy="3123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필터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59136CD-7C8E-417F-9224-7C9B14E15295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ACBA26F-100D-45B0-AB33-1D16F00DA2EA}"/>
              </a:ext>
            </a:extLst>
          </p:cNvPr>
          <p:cNvGrpSpPr/>
          <p:nvPr/>
        </p:nvGrpSpPr>
        <p:grpSpPr>
          <a:xfrm>
            <a:off x="1676599" y="2319355"/>
            <a:ext cx="846407" cy="3822366"/>
            <a:chOff x="308035" y="2064890"/>
            <a:chExt cx="2166717" cy="462150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8EA786-74C0-490E-8C98-5574C0D5A021}"/>
                </a:ext>
              </a:extLst>
            </p:cNvPr>
            <p:cNvSpPr/>
            <p:nvPr/>
          </p:nvSpPr>
          <p:spPr>
            <a:xfrm>
              <a:off x="308035" y="2064890"/>
              <a:ext cx="2164810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No.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B85F1D4-1E92-4B5D-9D2E-C42668C1BB23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54C1F01-5151-4799-AC1F-AFCF6F08C6FF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5AA13D4-937C-46F2-A45B-B04D116D6182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C77251-0CF0-4835-B258-E5DD4DA804E3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F7F0C23-CC3B-4B90-8EA9-C3CAEC8E0FEC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6344F7A-889E-4380-AB03-A57AA30FAE2D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4BFA119-23A3-445B-95FC-29C0BC531693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958993-0210-432E-9364-616F70932EE4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161556C-9351-4CBC-A78A-949C462371AF}"/>
              </a:ext>
            </a:extLst>
          </p:cNvPr>
          <p:cNvSpPr/>
          <p:nvPr/>
        </p:nvSpPr>
        <p:spPr>
          <a:xfrm>
            <a:off x="1508762" y="208562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8D9849-85D3-4009-AD3F-F70A114BCF36}"/>
              </a:ext>
            </a:extLst>
          </p:cNvPr>
          <p:cNvSpPr/>
          <p:nvPr/>
        </p:nvSpPr>
        <p:spPr>
          <a:xfrm>
            <a:off x="5056217" y="163154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656F4-56E4-4455-B075-3FCEB399C5DD}"/>
              </a:ext>
            </a:extLst>
          </p:cNvPr>
          <p:cNvSpPr txBox="1"/>
          <p:nvPr/>
        </p:nvSpPr>
        <p:spPr>
          <a:xfrm>
            <a:off x="1722329" y="1465545"/>
            <a:ext cx="123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DE143C4-36A8-48D7-BC96-BC102D6414DC}"/>
              </a:ext>
            </a:extLst>
          </p:cNvPr>
          <p:cNvSpPr/>
          <p:nvPr/>
        </p:nvSpPr>
        <p:spPr>
          <a:xfrm>
            <a:off x="2956142" y="6405224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0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876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27804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리뷰에 대한 정보를 자세히 알 수 있는 페이지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관리 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BAB13593-1D47-439D-0208-56CDE35154DF}"/>
              </a:ext>
            </a:extLst>
          </p:cNvPr>
          <p:cNvSpPr/>
          <p:nvPr/>
        </p:nvSpPr>
        <p:spPr>
          <a:xfrm>
            <a:off x="1544923" y="2108565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작성자 </a:t>
            </a:r>
            <a:r>
              <a:rPr lang="en-US" altLang="ko-KR" dirty="0"/>
              <a:t>ID: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DAA5C-4A6E-0279-F7AC-903F06149C92}"/>
              </a:ext>
            </a:extLst>
          </p:cNvPr>
          <p:cNvSpPr/>
          <p:nvPr/>
        </p:nvSpPr>
        <p:spPr>
          <a:xfrm>
            <a:off x="1544923" y="2538972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병원 이름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79D7F8-E72E-D61B-AD18-A7B5423AAE47}"/>
              </a:ext>
            </a:extLst>
          </p:cNvPr>
          <p:cNvSpPr/>
          <p:nvPr/>
        </p:nvSpPr>
        <p:spPr>
          <a:xfrm>
            <a:off x="1544923" y="297373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 날짜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F7147-F621-C3C1-7721-7AB4C78BF49B}"/>
              </a:ext>
            </a:extLst>
          </p:cNvPr>
          <p:cNvSpPr/>
          <p:nvPr/>
        </p:nvSpPr>
        <p:spPr>
          <a:xfrm>
            <a:off x="1277655" y="343159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504B8-B2AD-E42A-C759-8FCCA5E56F53}"/>
              </a:ext>
            </a:extLst>
          </p:cNvPr>
          <p:cNvSpPr/>
          <p:nvPr/>
        </p:nvSpPr>
        <p:spPr>
          <a:xfrm>
            <a:off x="3265145" y="2058175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68325-A4C9-524A-EE62-42C7168661A5}"/>
              </a:ext>
            </a:extLst>
          </p:cNvPr>
          <p:cNvSpPr/>
          <p:nvPr/>
        </p:nvSpPr>
        <p:spPr>
          <a:xfrm>
            <a:off x="3265145" y="2488583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85B46E-9324-FED2-56F5-1B5F881F0202}"/>
              </a:ext>
            </a:extLst>
          </p:cNvPr>
          <p:cNvSpPr/>
          <p:nvPr/>
        </p:nvSpPr>
        <p:spPr>
          <a:xfrm>
            <a:off x="3265145" y="2909699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186B4-B3F4-AA7E-F0AA-51397BD4E892}"/>
              </a:ext>
            </a:extLst>
          </p:cNvPr>
          <p:cNvSpPr/>
          <p:nvPr/>
        </p:nvSpPr>
        <p:spPr>
          <a:xfrm>
            <a:off x="1697276" y="3802320"/>
            <a:ext cx="6716933" cy="23748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1BE5B9-5EA5-7522-2357-C644713B6667}"/>
              </a:ext>
            </a:extLst>
          </p:cNvPr>
          <p:cNvSpPr/>
          <p:nvPr/>
        </p:nvSpPr>
        <p:spPr>
          <a:xfrm>
            <a:off x="7529305" y="6488055"/>
            <a:ext cx="703277" cy="32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9FB096-78E5-1907-8F7F-8153F6570271}"/>
              </a:ext>
            </a:extLst>
          </p:cNvPr>
          <p:cNvSpPr/>
          <p:nvPr/>
        </p:nvSpPr>
        <p:spPr>
          <a:xfrm>
            <a:off x="7396005" y="6412061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1CB8A4-912E-4F2C-86B1-22CEB349C17E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4B2BC-F342-43BC-A7C9-B1C7D5E8B2D9}"/>
              </a:ext>
            </a:extLst>
          </p:cNvPr>
          <p:cNvSpPr txBox="1"/>
          <p:nvPr/>
        </p:nvSpPr>
        <p:spPr>
          <a:xfrm>
            <a:off x="1747381" y="1421704"/>
            <a:ext cx="151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상세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2DE7B5-11F2-4664-AF9F-75F43C37C620}"/>
              </a:ext>
            </a:extLst>
          </p:cNvPr>
          <p:cNvSpPr/>
          <p:nvPr/>
        </p:nvSpPr>
        <p:spPr>
          <a:xfrm>
            <a:off x="1745274" y="1300723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1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4751</Words>
  <Application>Microsoft Office PowerPoint</Application>
  <PresentationFormat>와이드스크린</PresentationFormat>
  <Paragraphs>1805</Paragraphs>
  <Slides>58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ui-sans-serif</vt:lpstr>
      <vt:lpstr>맑은 고딕</vt:lpstr>
      <vt:lpstr>맑은 고딕</vt:lpstr>
      <vt:lpstr>Arial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138</cp:revision>
  <dcterms:created xsi:type="dcterms:W3CDTF">2025-11-24T01:38:34Z</dcterms:created>
  <dcterms:modified xsi:type="dcterms:W3CDTF">2025-11-27T07:32:45Z</dcterms:modified>
</cp:coreProperties>
</file>