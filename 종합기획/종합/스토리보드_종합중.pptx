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299" r:id="rId38"/>
    <p:sldId id="300" r:id="rId39"/>
    <p:sldId id="301" r:id="rId40"/>
    <p:sldId id="305" r:id="rId41"/>
    <p:sldId id="286" r:id="rId42"/>
    <p:sldId id="292" r:id="rId43"/>
    <p:sldId id="287" r:id="rId44"/>
    <p:sldId id="288" r:id="rId45"/>
    <p:sldId id="290" r:id="rId46"/>
    <p:sldId id="293" r:id="rId47"/>
    <p:sldId id="289" r:id="rId48"/>
    <p:sldId id="302" r:id="rId49"/>
    <p:sldId id="264" r:id="rId50"/>
    <p:sldId id="303" r:id="rId51"/>
    <p:sldId id="304" r:id="rId52"/>
    <p:sldId id="314" r:id="rId53"/>
    <p:sldId id="316" r:id="rId54"/>
    <p:sldId id="315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9727" autoAdjust="0"/>
  </p:normalViewPr>
  <p:slideViewPr>
    <p:cSldViewPr snapToGrid="0">
      <p:cViewPr varScale="1">
        <p:scale>
          <a:sx n="101" d="100"/>
          <a:sy n="101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5997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02384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042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980244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68331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83826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419107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828876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9891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366834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통계 분석 → 맞춤 위험도 → 안전교육 →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9477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2928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98714"/>
              </p:ext>
            </p:extLst>
          </p:nvPr>
        </p:nvGraphicFramePr>
        <p:xfrm>
          <a:off x="8603672" y="1180081"/>
          <a:ext cx="3588327" cy="6885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04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2161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5656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39378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47959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숫자만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5563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0843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68593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26869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08533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나이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6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30802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804240"/>
              </p:ext>
            </p:extLst>
          </p:nvPr>
        </p:nvGraphicFramePr>
        <p:xfrm>
          <a:off x="8603672" y="1180083"/>
          <a:ext cx="3588327" cy="591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09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883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00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8083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27117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47040"/>
              </p:ext>
            </p:extLst>
          </p:nvPr>
        </p:nvGraphicFramePr>
        <p:xfrm>
          <a:off x="8603672" y="1180083"/>
          <a:ext cx="3588327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270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4671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3540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34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67547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1528194" y="454801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67547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17781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18403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16316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2::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17781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67547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64617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94560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8584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11563"/>
              </p:ext>
            </p:extLst>
          </p:nvPr>
        </p:nvGraphicFramePr>
        <p:xfrm>
          <a:off x="8603672" y="1180080"/>
          <a:ext cx="3588327" cy="581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657151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1"/>
          <a:ext cx="3588327" cy="5617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산재리스트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Join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해서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 프로필 명시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1"/>
          <a:ext cx="3588327" cy="5614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32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662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3753489264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main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317625951"/>
              </p:ext>
            </p:extLst>
          </p:nvPr>
        </p:nvGraphicFramePr>
        <p:xfrm>
          <a:off x="8603672" y="1180081"/>
          <a:ext cx="3588325" cy="569002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1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8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main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1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917" y="55206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2909155" y="61957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교육자료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3714591" y="3131441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업종별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1D005-5ABD-4C06-9CF3-ED0531F5D442}"/>
              </a:ext>
            </a:extLst>
          </p:cNvPr>
          <p:cNvSpPr/>
          <p:nvPr/>
        </p:nvSpPr>
        <p:spPr>
          <a:xfrm>
            <a:off x="878305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A663A-877B-43EA-A627-E98A52E6A245}"/>
              </a:ext>
            </a:extLst>
          </p:cNvPr>
          <p:cNvSpPr txBox="1"/>
          <p:nvPr/>
        </p:nvSpPr>
        <p:spPr>
          <a:xfrm>
            <a:off x="1279425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동영상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DECD2E-8868-43C7-BBFE-F4B2D0052B72}"/>
              </a:ext>
            </a:extLst>
          </p:cNvPr>
          <p:cNvSpPr/>
          <p:nvPr/>
        </p:nvSpPr>
        <p:spPr>
          <a:xfrm>
            <a:off x="2082755" y="5839077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C872D-4934-43C9-ADBB-30B8DB8DE183}"/>
              </a:ext>
            </a:extLst>
          </p:cNvPr>
          <p:cNvSpPr txBox="1"/>
          <p:nvPr/>
        </p:nvSpPr>
        <p:spPr>
          <a:xfrm>
            <a:off x="2483875" y="5826773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OPS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70BF3-A58E-4C37-BB7E-D24756CDDA25}"/>
              </a:ext>
            </a:extLst>
          </p:cNvPr>
          <p:cNvSpPr/>
          <p:nvPr/>
        </p:nvSpPr>
        <p:spPr>
          <a:xfrm>
            <a:off x="3353039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71BC7-6A1B-4105-91AF-18413B350D6A}"/>
              </a:ext>
            </a:extLst>
          </p:cNvPr>
          <p:cNvSpPr txBox="1"/>
          <p:nvPr/>
        </p:nvSpPr>
        <p:spPr>
          <a:xfrm>
            <a:off x="3754159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교재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0973F0-4017-4C39-A468-05EB7BC3F9EC}"/>
              </a:ext>
            </a:extLst>
          </p:cNvPr>
          <p:cNvSpPr/>
          <p:nvPr/>
        </p:nvSpPr>
        <p:spPr>
          <a:xfrm>
            <a:off x="462332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AA0779-66BE-48C3-9E8D-13908399725C}"/>
              </a:ext>
            </a:extLst>
          </p:cNvPr>
          <p:cNvSpPr txBox="1"/>
          <p:nvPr/>
        </p:nvSpPr>
        <p:spPr>
          <a:xfrm>
            <a:off x="502444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PPT</a:t>
            </a:r>
            <a:endParaRPr lang="ko-KR" altLang="en-US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D9CACA8-9093-4DC6-ABA6-A4B7F7568171}"/>
              </a:ext>
            </a:extLst>
          </p:cNvPr>
          <p:cNvSpPr/>
          <p:nvPr/>
        </p:nvSpPr>
        <p:spPr>
          <a:xfrm>
            <a:off x="582777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EDFEC-90EE-41A1-95CB-D5875D808C19}"/>
              </a:ext>
            </a:extLst>
          </p:cNvPr>
          <p:cNvSpPr txBox="1"/>
          <p:nvPr/>
        </p:nvSpPr>
        <p:spPr>
          <a:xfrm>
            <a:off x="622889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530538905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022306155"/>
              </p:ext>
            </p:extLst>
          </p:nvPr>
        </p:nvGraphicFramePr>
        <p:xfrm>
          <a:off x="8603672" y="1180080"/>
          <a:ext cx="3588325" cy="669628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검색결과 기반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목록리스트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키워드 항목 사용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내용에 따라 추가 및 제거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섬네일</a:t>
                      </a:r>
                      <a:r>
                        <a:rPr lang="ko-KR" altLang="en-US" sz="1100" dirty="0"/>
                        <a:t> 이미지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4238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19378" y="401882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2104564" y="48759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679038" y="459730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679038" y="5627228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13234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4621"/>
              </p:ext>
            </p:extLst>
          </p:nvPr>
        </p:nvGraphicFramePr>
        <p:xfrm>
          <a:off x="8603672" y="1180080"/>
          <a:ext cx="3588327" cy="737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 이름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태그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키워드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OPS/PPT/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교재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교육 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331556" y="3175728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4174709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태그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713445"/>
            <a:ext cx="231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 PPT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22109" y="4781209"/>
            <a:ext cx="2372396" cy="686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17851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40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관련자료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이런콘텐츠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어떠세요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항목의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관련 자료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491884" y="3002942"/>
            <a:ext cx="7334119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9219" y="291654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281107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211664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192670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18495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46989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2095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산재위치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또는 기타 아이디어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리스트형태로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D67E2E-266C-446F-BA8E-6C00531C6B3F}"/>
              </a:ext>
            </a:extLst>
          </p:cNvPr>
          <p:cNvSpPr/>
          <p:nvPr/>
        </p:nvSpPr>
        <p:spPr>
          <a:xfrm>
            <a:off x="4319240" y="2699975"/>
            <a:ext cx="1419678" cy="1833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9284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830585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342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4475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82119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326681"/>
            <a:ext cx="7921373" cy="275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sz="1200" b="0">
                <a:solidFill>
                  <a:schemeClr val="tx1"/>
                </a:solidFill>
              </a:rPr>
              <a:t>Kakao </a:t>
            </a:r>
            <a:r>
              <a:rPr lang="ko-KR" altLang="en-US" sz="1200" b="0">
                <a:solidFill>
                  <a:schemeClr val="tx1"/>
                </a:solidFill>
              </a:rPr>
              <a:t>지도 </a:t>
            </a:r>
            <a:r>
              <a:rPr lang="en-US" altLang="ko-KR" sz="1200" b="0">
                <a:solidFill>
                  <a:schemeClr val="tx1"/>
                </a:solidFill>
              </a:rPr>
              <a:t>API</a:t>
            </a:r>
            <a:r>
              <a:rPr lang="ko-KR" altLang="en-US" sz="1200" b="0">
                <a:solidFill>
                  <a:schemeClr val="tx1"/>
                </a:solidFill>
              </a:rPr>
              <a:t>를 활용하여 해당 산재 지정 의료기관 위치를 마커 표시</a:t>
            </a:r>
            <a:endParaRPr lang="en-US" altLang="ko-KR" sz="1200" b="0">
              <a:solidFill>
                <a:schemeClr val="tx1"/>
              </a:solidFill>
            </a:endParaRPr>
          </a:p>
          <a:p>
            <a:pPr latinLnBrk="1"/>
            <a:r>
              <a:rPr lang="ko-KR" altLang="en-US" sz="1200" b="0">
                <a:solidFill>
                  <a:schemeClr val="tx1"/>
                </a:solidFill>
              </a:rPr>
              <a:t>줌 레벨 만들어보면서 체크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78660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118233"/>
              </p:ext>
            </p:extLst>
          </p:nvPr>
        </p:nvGraphicFramePr>
        <p:xfrm>
          <a:off x="8603672" y="1180080"/>
          <a:ext cx="3588327" cy="619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화면에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28526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340642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394899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C6E47C-377F-48C3-975E-9EF52302EBB0}"/>
              </a:ext>
            </a:extLst>
          </p:cNvPr>
          <p:cNvSpPr/>
          <p:nvPr/>
        </p:nvSpPr>
        <p:spPr>
          <a:xfrm>
            <a:off x="7358474" y="4234620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6EBE1-9DBD-4248-8335-C0EBD51912D0}"/>
              </a:ext>
            </a:extLst>
          </p:cNvPr>
          <p:cNvSpPr/>
          <p:nvPr/>
        </p:nvSpPr>
        <p:spPr>
          <a:xfrm>
            <a:off x="7846577" y="424257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5266-C006-4C75-827C-BCD9ABB33668}"/>
              </a:ext>
            </a:extLst>
          </p:cNvPr>
          <p:cNvSpPr/>
          <p:nvPr/>
        </p:nvSpPr>
        <p:spPr>
          <a:xfrm>
            <a:off x="3361691" y="5339259"/>
            <a:ext cx="1702676" cy="302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리뷰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10DCA-4238-472C-B4A3-D7C96B9464A2}"/>
              </a:ext>
            </a:extLst>
          </p:cNvPr>
          <p:cNvSpPr/>
          <p:nvPr/>
        </p:nvSpPr>
        <p:spPr>
          <a:xfrm>
            <a:off x="3222725" y="51551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4DABA-A602-44B5-B093-8E8983803FAA}"/>
              </a:ext>
            </a:extLst>
          </p:cNvPr>
          <p:cNvSpPr/>
          <p:nvPr/>
        </p:nvSpPr>
        <p:spPr>
          <a:xfrm>
            <a:off x="423186" y="4526367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408660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1651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43073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등록하기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로그인한 사용자 아이디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datetime auto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3187" y="2199362"/>
            <a:ext cx="792137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005259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77545-EBBA-4883-BB42-B279F1986281}"/>
              </a:ext>
            </a:extLst>
          </p:cNvPr>
          <p:cNvSpPr/>
          <p:nvPr/>
        </p:nvSpPr>
        <p:spPr>
          <a:xfrm>
            <a:off x="2168119" y="47592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84569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/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911435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89999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80081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109018"/>
              </p:ext>
            </p:extLst>
          </p:nvPr>
        </p:nvGraphicFramePr>
        <p:xfrm>
          <a:off x="-1" y="1816922"/>
          <a:ext cx="1677451" cy="503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51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</a:tblGrid>
              <a:tr h="9174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9174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통계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9174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9174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  <a:tr h="9174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85076"/>
                  </a:ext>
                </a:extLst>
              </a:tr>
              <a:tr h="450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208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4255</Words>
  <Application>Microsoft Office PowerPoint</Application>
  <PresentationFormat>와이드스크린</PresentationFormat>
  <Paragraphs>1594</Paragraphs>
  <Slides>54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0" baseType="lpstr">
      <vt:lpstr>ui-sans-serif</vt:lpstr>
      <vt:lpstr>맑은 고딕</vt:lpstr>
      <vt:lpstr>맑은 고딕</vt:lpstr>
      <vt:lpstr>Arial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do yun choi</cp:lastModifiedBy>
  <cp:revision>125</cp:revision>
  <dcterms:created xsi:type="dcterms:W3CDTF">2025-11-24T01:38:34Z</dcterms:created>
  <dcterms:modified xsi:type="dcterms:W3CDTF">2025-11-27T05:35:58Z</dcterms:modified>
</cp:coreProperties>
</file>