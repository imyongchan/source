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56" r:id="rId2"/>
    <p:sldId id="326" r:id="rId3"/>
    <p:sldId id="311" r:id="rId4"/>
    <p:sldId id="312" r:id="rId5"/>
    <p:sldId id="313" r:id="rId6"/>
    <p:sldId id="262" r:id="rId7"/>
    <p:sldId id="257" r:id="rId8"/>
    <p:sldId id="266" r:id="rId9"/>
    <p:sldId id="261" r:id="rId10"/>
    <p:sldId id="296" r:id="rId11"/>
    <p:sldId id="306" r:id="rId12"/>
    <p:sldId id="307" r:id="rId13"/>
    <p:sldId id="308" r:id="rId14"/>
    <p:sldId id="267" r:id="rId15"/>
    <p:sldId id="268" r:id="rId16"/>
    <p:sldId id="270" r:id="rId17"/>
    <p:sldId id="271" r:id="rId18"/>
    <p:sldId id="273" r:id="rId19"/>
    <p:sldId id="274" r:id="rId20"/>
    <p:sldId id="310" r:id="rId21"/>
    <p:sldId id="285" r:id="rId22"/>
    <p:sldId id="283" r:id="rId23"/>
    <p:sldId id="278" r:id="rId24"/>
    <p:sldId id="282" r:id="rId25"/>
    <p:sldId id="281" r:id="rId26"/>
    <p:sldId id="294" r:id="rId27"/>
    <p:sldId id="295" r:id="rId28"/>
    <p:sldId id="263" r:id="rId29"/>
    <p:sldId id="265" r:id="rId30"/>
    <p:sldId id="317" r:id="rId31"/>
    <p:sldId id="258" r:id="rId32"/>
    <p:sldId id="318" r:id="rId33"/>
    <p:sldId id="319" r:id="rId34"/>
    <p:sldId id="320" r:id="rId35"/>
    <p:sldId id="321" r:id="rId36"/>
    <p:sldId id="280" r:id="rId37"/>
    <p:sldId id="291" r:id="rId38"/>
    <p:sldId id="299" r:id="rId39"/>
    <p:sldId id="300" r:id="rId40"/>
    <p:sldId id="301" r:id="rId41"/>
    <p:sldId id="305" r:id="rId42"/>
    <p:sldId id="286" r:id="rId43"/>
    <p:sldId id="292" r:id="rId44"/>
    <p:sldId id="287" r:id="rId45"/>
    <p:sldId id="288" r:id="rId46"/>
    <p:sldId id="290" r:id="rId47"/>
    <p:sldId id="293" r:id="rId48"/>
    <p:sldId id="289" r:id="rId49"/>
    <p:sldId id="302" r:id="rId50"/>
    <p:sldId id="264" r:id="rId51"/>
    <p:sldId id="303" r:id="rId52"/>
    <p:sldId id="304" r:id="rId53"/>
    <p:sldId id="314" r:id="rId54"/>
    <p:sldId id="315" r:id="rId55"/>
    <p:sldId id="323" r:id="rId56"/>
    <p:sldId id="322" r:id="rId57"/>
    <p:sldId id="325" r:id="rId58"/>
    <p:sldId id="324" r:id="rId59"/>
    <p:sldId id="297" r:id="rId6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1011" autoAdjust="0"/>
  </p:normalViewPr>
  <p:slideViewPr>
    <p:cSldViewPr snapToGrid="0">
      <p:cViewPr varScale="1">
        <p:scale>
          <a:sx n="102" d="100"/>
          <a:sy n="102" d="100"/>
        </p:scale>
        <p:origin x="29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강사님의 선택은</a:t>
            </a:r>
            <a:r>
              <a:rPr lang="en-US" altLang="ko-KR" dirty="0"/>
              <a:t>?!(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DAC449-9D1C-4288-8290-53EBCA7C14BB}"/>
              </a:ext>
            </a:extLst>
          </p:cNvPr>
          <p:cNvSpPr txBox="1">
            <a:spLocks/>
          </p:cNvSpPr>
          <p:nvPr/>
        </p:nvSpPr>
        <p:spPr>
          <a:xfrm>
            <a:off x="5951951" y="2362566"/>
            <a:ext cx="5169074" cy="4015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산재 콕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E38831B-7181-402D-B9C1-9AF4F63FA451}"/>
              </a:ext>
            </a:extLst>
          </p:cNvPr>
          <p:cNvSpPr txBox="1">
            <a:spLocks/>
          </p:cNvSpPr>
          <p:nvPr/>
        </p:nvSpPr>
        <p:spPr>
          <a:xfrm>
            <a:off x="782877" y="2362566"/>
            <a:ext cx="5169074" cy="4015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안전 </a:t>
            </a:r>
            <a:r>
              <a:rPr lang="ko-KR" altLang="en-US" dirty="0" err="1"/>
              <a:t>하랑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5202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r>
              <a:rPr lang="ko-KR" altLang="en-US" dirty="0"/>
              <a:t>관리자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0238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8024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985239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썸네일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070155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28790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9527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947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429285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615439"/>
              </p:ext>
            </p:extLst>
          </p:nvPr>
        </p:nvGraphicFramePr>
        <p:xfrm>
          <a:off x="8603672" y="1180081"/>
          <a:ext cx="3588327" cy="5692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5789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12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586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39378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5563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49093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5035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68593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922120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26869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30802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360950"/>
              </p:ext>
            </p:extLst>
          </p:nvPr>
        </p:nvGraphicFramePr>
        <p:xfrm>
          <a:off x="8603672" y="1180083"/>
          <a:ext cx="3588327" cy="5690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9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546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9290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669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27117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447040"/>
              </p:ext>
            </p:extLst>
          </p:nvPr>
        </p:nvGraphicFramePr>
        <p:xfrm>
          <a:off x="8603672" y="1180083"/>
          <a:ext cx="3588327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67547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64617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494560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78584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65715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3928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1"/>
          <a:ext cx="3588327" cy="5617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산재리스트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Join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해서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 프로필 명시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A71B6-598E-4F09-AF55-AECC68AE0278}"/>
              </a:ext>
            </a:extLst>
          </p:cNvPr>
          <p:cNvSpPr txBox="1"/>
          <p:nvPr/>
        </p:nvSpPr>
        <p:spPr>
          <a:xfrm>
            <a:off x="1971492" y="4304949"/>
            <a:ext cx="4124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분석을 시작하려면 기간을 선택하세요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83046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318184"/>
              </p:ext>
            </p:extLst>
          </p:nvPr>
        </p:nvGraphicFramePr>
        <p:xfrm>
          <a:off x="8603672" y="1180081"/>
          <a:ext cx="3588327" cy="561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65291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349995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26879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07836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34945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3032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413574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나에게 필요한 안전 가이드 보기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316132"/>
            <a:ext cx="1489103" cy="48222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가까운 응급</a:t>
            </a:r>
            <a:r>
              <a:rPr lang="en-US" altLang="ko-KR" sz="1100" dirty="0"/>
              <a:t>·</a:t>
            </a:r>
            <a:r>
              <a:rPr lang="ko-KR" altLang="en-US" sz="1100" dirty="0"/>
              <a:t>산재병원 찾기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388526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 위치 기반 위험 탐색하기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04684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152785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0886" y="5162207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0662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75348926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1424111" y="61636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530538905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800507469"/>
              </p:ext>
            </p:extLst>
          </p:nvPr>
        </p:nvGraphicFramePr>
        <p:xfrm>
          <a:off x="8603672" y="1180080"/>
          <a:ext cx="3588325" cy="686392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썸네일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383600" y="39501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1323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1785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584660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연관 컨텐츠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썸네일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41746" y="2458157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/>
              <a:t>연관 컨텐츠</a:t>
            </a:r>
            <a:endParaRPr lang="ko-KR" altLang="en-US" b="1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1849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46989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69284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83058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44475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82119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7897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326681"/>
            <a:ext cx="7921373" cy="27595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1"/>
            <a:r>
              <a:rPr lang="en-US" altLang="ko-KR" sz="1200" b="0">
                <a:solidFill>
                  <a:schemeClr val="tx1"/>
                </a:solidFill>
              </a:rPr>
              <a:t>Kakao </a:t>
            </a:r>
            <a:r>
              <a:rPr lang="ko-KR" altLang="en-US" sz="1200" b="0">
                <a:solidFill>
                  <a:schemeClr val="tx1"/>
                </a:solidFill>
              </a:rPr>
              <a:t>지도 </a:t>
            </a:r>
            <a:r>
              <a:rPr lang="en-US" altLang="ko-KR" sz="1200" b="0">
                <a:solidFill>
                  <a:schemeClr val="tx1"/>
                </a:solidFill>
              </a:rPr>
              <a:t>API</a:t>
            </a:r>
            <a:r>
              <a:rPr lang="ko-KR" altLang="en-US" sz="1200" b="0">
                <a:solidFill>
                  <a:schemeClr val="tx1"/>
                </a:solidFill>
              </a:rPr>
              <a:t>를 활용하여 해당 산재 지정 의료기관 위치를 마커 표시</a:t>
            </a:r>
            <a:endParaRPr lang="en-US" altLang="ko-KR" sz="1200" b="0">
              <a:solidFill>
                <a:schemeClr val="tx1"/>
              </a:solidFill>
            </a:endParaRPr>
          </a:p>
          <a:p>
            <a:pPr latinLnBrk="1"/>
            <a:r>
              <a:rPr lang="ko-KR" altLang="en-US" sz="1200" b="0">
                <a:solidFill>
                  <a:schemeClr val="tx1"/>
                </a:solidFill>
              </a:rPr>
              <a:t>줌 레벨 만들어보면서 체크</a:t>
            </a:r>
            <a:endParaRPr lang="ko-KR" altLang="en-US" sz="1200" b="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78660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272138"/>
              </p:ext>
            </p:extLst>
          </p:nvPr>
        </p:nvGraphicFramePr>
        <p:xfrm>
          <a:off x="8603672" y="1180080"/>
          <a:ext cx="3588327" cy="6197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띄우고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한번더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인지 시키기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28526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340642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394899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234620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242577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361691" y="5871614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222725" y="5687518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4DABA-A602-44B5-B093-8E8983803FAA}"/>
              </a:ext>
            </a:extLst>
          </p:cNvPr>
          <p:cNvSpPr/>
          <p:nvPr/>
        </p:nvSpPr>
        <p:spPr>
          <a:xfrm>
            <a:off x="423186" y="4526367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FF39268-2150-494F-B6A5-6FE11F66A6F9}"/>
              </a:ext>
            </a:extLst>
          </p:cNvPr>
          <p:cNvSpPr/>
          <p:nvPr/>
        </p:nvSpPr>
        <p:spPr>
          <a:xfrm>
            <a:off x="2572088" y="5318620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408660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71651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743073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3187" y="2199362"/>
            <a:ext cx="7921373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005259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47592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324827" y="2522172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4569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637242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수정되었습니다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.alert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창 하나 띄우고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22288" y="2312874"/>
            <a:ext cx="7921374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347819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436794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701990" y="3118771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236214" y="487274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06F99-D362-4090-AD86-DD7068DE8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7C2874-28AE-4ADB-94E8-446DA2F24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3319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89999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983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관리자의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80081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89312"/>
              </p:ext>
            </p:extLst>
          </p:nvPr>
        </p:nvGraphicFramePr>
        <p:xfrm>
          <a:off x="-1" y="1816922"/>
          <a:ext cx="1677451" cy="5041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451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</a:tblGrid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대시보드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85076"/>
                  </a:ext>
                </a:extLst>
              </a:tr>
              <a:tr h="5514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7208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4347" y="12095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-61255" y="1426597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환영합니다</a:t>
            </a:r>
            <a:r>
              <a:rPr lang="en-US" altLang="ko-KR" sz="1400" dirty="0"/>
              <a:t>, OOO</a:t>
            </a:r>
            <a:r>
              <a:rPr lang="ko-KR" altLang="en-US" sz="1400" dirty="0"/>
              <a:t>님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49098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309715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19239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관리자가 대략적인 회원의 흐름을 한눈에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볼수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있는 페이지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75214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B04F7A-5F4F-ACF6-4C9A-306724CDF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087" y="1778617"/>
            <a:ext cx="6851787" cy="20918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0BE891E-14C3-49E2-A0D3-6971D2F5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767" y="4347563"/>
            <a:ext cx="5686425" cy="226695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DA1B36-9293-5A12-FC95-955E42D29165}"/>
              </a:ext>
            </a:extLst>
          </p:cNvPr>
          <p:cNvSpPr/>
          <p:nvPr/>
        </p:nvSpPr>
        <p:spPr>
          <a:xfrm>
            <a:off x="2490950" y="3947212"/>
            <a:ext cx="1975770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월별 신규가입 </a:t>
            </a:r>
            <a:r>
              <a:rPr lang="en-US" altLang="ko-KR" sz="1100" b="1" dirty="0">
                <a:solidFill>
                  <a:schemeClr val="tx1"/>
                </a:solidFill>
              </a:rPr>
              <a:t>, </a:t>
            </a:r>
            <a:r>
              <a:rPr lang="ko-KR" altLang="en-US" sz="1100" b="1" dirty="0">
                <a:solidFill>
                  <a:schemeClr val="tx1"/>
                </a:solidFill>
              </a:rPr>
              <a:t>산재등록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5A0615B-3117-5FDB-064C-93CDBBC888D3}"/>
              </a:ext>
            </a:extLst>
          </p:cNvPr>
          <p:cNvSpPr/>
          <p:nvPr/>
        </p:nvSpPr>
        <p:spPr>
          <a:xfrm>
            <a:off x="6638102" y="3929125"/>
            <a:ext cx="1103342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🔴 신규가입 </a:t>
            </a:r>
            <a:endParaRPr lang="en-US" altLang="ko-KR" sz="9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 </a:t>
            </a:r>
            <a:r>
              <a:rPr lang="ko-KR" altLang="en-US" sz="900" b="1" dirty="0">
                <a:solidFill>
                  <a:schemeClr val="tx1"/>
                </a:solidFill>
              </a:rPr>
              <a:t>🔵 산재등록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096FEC-696D-432E-B04C-881E045C0FE2}"/>
              </a:ext>
            </a:extLst>
          </p:cNvPr>
          <p:cNvSpPr/>
          <p:nvPr/>
        </p:nvSpPr>
        <p:spPr>
          <a:xfrm>
            <a:off x="23636" y="1175214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485F2-2C19-4113-B3C1-B643B528AFC5}"/>
              </a:ext>
            </a:extLst>
          </p:cNvPr>
          <p:cNvSpPr/>
          <p:nvPr/>
        </p:nvSpPr>
        <p:spPr>
          <a:xfrm>
            <a:off x="1559303" y="1612559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15983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35513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8196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민감한 개인정보를 제외한 회원정보 보여주기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띄어주고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확인하면 회원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1677451" y="1180081"/>
            <a:ext cx="6926220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5">
            <a:extLst>
              <a:ext uri="{FF2B5EF4-FFF2-40B4-BE49-F238E27FC236}">
                <a16:creationId xmlns:a16="http://schemas.microsoft.com/office/drawing/2014/main" id="{D67916ED-A79E-4F66-9CE9-813C6C03F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95321"/>
              </p:ext>
            </p:extLst>
          </p:nvPr>
        </p:nvGraphicFramePr>
        <p:xfrm>
          <a:off x="1784655" y="2522483"/>
          <a:ext cx="6690885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177">
                  <a:extLst>
                    <a:ext uri="{9D8B030D-6E8A-4147-A177-3AD203B41FA5}">
                      <a16:colId xmlns:a16="http://schemas.microsoft.com/office/drawing/2014/main" val="3571291480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401191227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3213933534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95023035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2761892074"/>
                    </a:ext>
                  </a:extLst>
                </a:gridCol>
              </a:tblGrid>
              <a:tr h="1508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가입일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216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85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68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2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78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194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DC073A-FCB5-43F4-B7D3-D3AA6E2ABEA5}"/>
              </a:ext>
            </a:extLst>
          </p:cNvPr>
          <p:cNvSpPr txBox="1"/>
          <p:nvPr/>
        </p:nvSpPr>
        <p:spPr>
          <a:xfrm>
            <a:off x="1721594" y="2153151"/>
            <a:ext cx="133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관리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664B6B-7608-4DA3-A674-E6889D539FB4}"/>
              </a:ext>
            </a:extLst>
          </p:cNvPr>
          <p:cNvSpPr/>
          <p:nvPr/>
        </p:nvSpPr>
        <p:spPr>
          <a:xfrm>
            <a:off x="1582628" y="190211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145F78-D50D-45BD-8856-F599F0C8E354}"/>
              </a:ext>
            </a:extLst>
          </p:cNvPr>
          <p:cNvSpPr/>
          <p:nvPr/>
        </p:nvSpPr>
        <p:spPr>
          <a:xfrm>
            <a:off x="7107128" y="233781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CB031-D8EC-465E-8958-286F8A3123C4}"/>
              </a:ext>
            </a:extLst>
          </p:cNvPr>
          <p:cNvSpPr/>
          <p:nvPr/>
        </p:nvSpPr>
        <p:spPr>
          <a:xfrm>
            <a:off x="3104444" y="50723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592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71237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46185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산재등록 목록 검색필터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발생형태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산재등록 목록 테이블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09B36BA-6DA8-4C53-AFEB-F4E8C821AD97}"/>
              </a:ext>
            </a:extLst>
          </p:cNvPr>
          <p:cNvSpPr txBox="1"/>
          <p:nvPr/>
        </p:nvSpPr>
        <p:spPr>
          <a:xfrm>
            <a:off x="2241103" y="2388096"/>
            <a:ext cx="11338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검색 </a:t>
            </a:r>
            <a:r>
              <a:rPr lang="en-US" altLang="ko-KR" sz="1400" b="1" dirty="0"/>
              <a:t>/ </a:t>
            </a:r>
            <a:r>
              <a:rPr lang="ko-KR" altLang="en-US" sz="1400" b="1" dirty="0"/>
              <a:t>필터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14AB4E91-C744-C53F-5941-BD8F9F4B7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57626"/>
              </p:ext>
            </p:extLst>
          </p:nvPr>
        </p:nvGraphicFramePr>
        <p:xfrm>
          <a:off x="2108199" y="4098303"/>
          <a:ext cx="6203951" cy="159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154">
                  <a:extLst>
                    <a:ext uri="{9D8B030D-6E8A-4147-A177-3AD203B41FA5}">
                      <a16:colId xmlns:a16="http://schemas.microsoft.com/office/drawing/2014/main" val="290832576"/>
                    </a:ext>
                  </a:extLst>
                </a:gridCol>
                <a:gridCol w="604130">
                  <a:extLst>
                    <a:ext uri="{9D8B030D-6E8A-4147-A177-3AD203B41FA5}">
                      <a16:colId xmlns:a16="http://schemas.microsoft.com/office/drawing/2014/main" val="102188575"/>
                    </a:ext>
                  </a:extLst>
                </a:gridCol>
                <a:gridCol w="772331">
                  <a:extLst>
                    <a:ext uri="{9D8B030D-6E8A-4147-A177-3AD203B41FA5}">
                      <a16:colId xmlns:a16="http://schemas.microsoft.com/office/drawing/2014/main" val="1300920205"/>
                    </a:ext>
                  </a:extLst>
                </a:gridCol>
                <a:gridCol w="1098149">
                  <a:extLst>
                    <a:ext uri="{9D8B030D-6E8A-4147-A177-3AD203B41FA5}">
                      <a16:colId xmlns:a16="http://schemas.microsoft.com/office/drawing/2014/main" val="878541107"/>
                    </a:ext>
                  </a:extLst>
                </a:gridCol>
                <a:gridCol w="669605">
                  <a:extLst>
                    <a:ext uri="{9D8B030D-6E8A-4147-A177-3AD203B41FA5}">
                      <a16:colId xmlns:a16="http://schemas.microsoft.com/office/drawing/2014/main" val="2804284854"/>
                    </a:ext>
                  </a:extLst>
                </a:gridCol>
                <a:gridCol w="721696">
                  <a:extLst>
                    <a:ext uri="{9D8B030D-6E8A-4147-A177-3AD203B41FA5}">
                      <a16:colId xmlns:a16="http://schemas.microsoft.com/office/drawing/2014/main" val="2733423004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614146688"/>
                    </a:ext>
                  </a:extLst>
                </a:gridCol>
                <a:gridCol w="1208260">
                  <a:extLst>
                    <a:ext uri="{9D8B030D-6E8A-4147-A177-3AD203B41FA5}">
                      <a16:colId xmlns:a16="http://schemas.microsoft.com/office/drawing/2014/main" val="1299462405"/>
                    </a:ext>
                  </a:extLst>
                </a:gridCol>
              </a:tblGrid>
              <a:tr h="2383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No.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회원명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 분류</a:t>
                      </a:r>
                      <a:r>
                        <a:rPr lang="en-US" altLang="ko-KR" sz="1100" dirty="0"/>
                        <a:t>1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 분류</a:t>
                      </a:r>
                      <a:r>
                        <a:rPr lang="en-US" altLang="ko-KR" sz="1100" dirty="0"/>
                        <a:t>2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발생형태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질병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발생일자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사고지역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8945175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출판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인쇄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 err="1"/>
                        <a:t>제본업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끼임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우측 손가락 골절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2023-11-01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서울시 강남구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064222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0072185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3091EE4C-4CE9-4ED1-ACA7-51708CFCA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007" y="2909510"/>
            <a:ext cx="3696216" cy="24768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EEDECB-78EA-210D-B875-6E3AAE6C538E}"/>
              </a:ext>
            </a:extLst>
          </p:cNvPr>
          <p:cNvSpPr txBox="1"/>
          <p:nvPr/>
        </p:nvSpPr>
        <p:spPr>
          <a:xfrm>
            <a:off x="2241103" y="3546917"/>
            <a:ext cx="1894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회원 산재등록 목록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73300-5F5D-335F-D59D-2BA289995F27}"/>
              </a:ext>
            </a:extLst>
          </p:cNvPr>
          <p:cNvSpPr/>
          <p:nvPr/>
        </p:nvSpPr>
        <p:spPr>
          <a:xfrm>
            <a:off x="1963171" y="254198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90C704-CDD5-9225-24B0-C42371073555}"/>
              </a:ext>
            </a:extLst>
          </p:cNvPr>
          <p:cNvSpPr/>
          <p:nvPr/>
        </p:nvSpPr>
        <p:spPr>
          <a:xfrm>
            <a:off x="1952075" y="387153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FD89E1-8FB4-4D90-AEB3-0FCB6E775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916711"/>
            <a:ext cx="240484" cy="2404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F2D5A1-ECEF-40E3-8168-83372110D37B}"/>
              </a:ext>
            </a:extLst>
          </p:cNvPr>
          <p:cNvSpPr txBox="1"/>
          <p:nvPr/>
        </p:nvSpPr>
        <p:spPr>
          <a:xfrm>
            <a:off x="1871703" y="1465441"/>
            <a:ext cx="1725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회원 산재 조회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8A418D-5B87-4491-9696-BBCCEEC25654}"/>
              </a:ext>
            </a:extLst>
          </p:cNvPr>
          <p:cNvSpPr/>
          <p:nvPr/>
        </p:nvSpPr>
        <p:spPr>
          <a:xfrm>
            <a:off x="-20489" y="1180080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C14AB-BC62-4AED-98F8-76776A6C58DF}"/>
              </a:ext>
            </a:extLst>
          </p:cNvPr>
          <p:cNvSpPr/>
          <p:nvPr/>
        </p:nvSpPr>
        <p:spPr>
          <a:xfrm>
            <a:off x="3423858" y="60225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3659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585460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939568"/>
              </p:ext>
            </p:extLst>
          </p:nvPr>
        </p:nvGraphicFramePr>
        <p:xfrm>
          <a:off x="8603672" y="1180080"/>
          <a:ext cx="3588327" cy="5739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열람 하고싶은 리뷰 검색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D2ED75A3-C1B1-6944-2403-D1EC42282AF6}"/>
              </a:ext>
            </a:extLst>
          </p:cNvPr>
          <p:cNvGrpSpPr/>
          <p:nvPr/>
        </p:nvGrpSpPr>
        <p:grpSpPr>
          <a:xfrm>
            <a:off x="2522159" y="2319355"/>
            <a:ext cx="1932137" cy="3822366"/>
            <a:chOff x="308035" y="2064890"/>
            <a:chExt cx="2166717" cy="4621505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AD4B23-8DC2-005C-4070-DF563D7B3D78}"/>
                </a:ext>
              </a:extLst>
            </p:cNvPr>
            <p:cNvSpPr/>
            <p:nvPr/>
          </p:nvSpPr>
          <p:spPr>
            <a:xfrm>
              <a:off x="30803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</p:grp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9698B42-7568-0FA7-9E24-99526805BF4E}"/>
              </a:ext>
            </a:extLst>
          </p:cNvPr>
          <p:cNvSpPr/>
          <p:nvPr/>
        </p:nvSpPr>
        <p:spPr>
          <a:xfrm>
            <a:off x="5190309" y="1806681"/>
            <a:ext cx="3040369" cy="37510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E29E2E-B92C-B987-4977-94C6A3C734F0}"/>
              </a:ext>
            </a:extLst>
          </p:cNvPr>
          <p:cNvSpPr/>
          <p:nvPr/>
        </p:nvSpPr>
        <p:spPr>
          <a:xfrm>
            <a:off x="6096000" y="1833019"/>
            <a:ext cx="2058099" cy="31235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검색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B33A41A-DAB7-80E9-153C-9DCC89077478}"/>
              </a:ext>
            </a:extLst>
          </p:cNvPr>
          <p:cNvGrpSpPr/>
          <p:nvPr/>
        </p:nvGrpSpPr>
        <p:grpSpPr>
          <a:xfrm>
            <a:off x="4451009" y="2319356"/>
            <a:ext cx="1805173" cy="3822365"/>
            <a:chOff x="2464455" y="2064890"/>
            <a:chExt cx="2166717" cy="4621505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754E66E-F266-5FE2-AE79-1650855F383C}"/>
                </a:ext>
              </a:extLst>
            </p:cNvPr>
            <p:cNvSpPr/>
            <p:nvPr/>
          </p:nvSpPr>
          <p:spPr>
            <a:xfrm>
              <a:off x="246445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446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446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446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446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446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446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19DC55-76DC-D8C9-E4DE-45000C546144}"/>
              </a:ext>
            </a:extLst>
          </p:cNvPr>
          <p:cNvGrpSpPr/>
          <p:nvPr/>
        </p:nvGrpSpPr>
        <p:grpSpPr>
          <a:xfrm>
            <a:off x="6257882" y="2319355"/>
            <a:ext cx="1974696" cy="3822366"/>
            <a:chOff x="5492884" y="2064890"/>
            <a:chExt cx="2739693" cy="4621505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3DE84B6-AE7B-49EE-1F15-4D101387CB4B}"/>
                </a:ext>
              </a:extLst>
            </p:cNvPr>
            <p:cNvSpPr/>
            <p:nvPr/>
          </p:nvSpPr>
          <p:spPr>
            <a:xfrm>
              <a:off x="5492884" y="2064890"/>
              <a:ext cx="2737787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5494789" y="2334453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5494789" y="2881569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5492890" y="3429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5492890" y="3968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5492889" y="5062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5492889" y="4515431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5492889" y="5601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5492889" y="6138964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F529F664-9076-B942-8B0D-C42136881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73" y="1866583"/>
            <a:ext cx="240484" cy="240484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56E72F8-90C8-3C96-739C-DC92FF370D93}"/>
              </a:ext>
            </a:extLst>
          </p:cNvPr>
          <p:cNvSpPr/>
          <p:nvPr/>
        </p:nvSpPr>
        <p:spPr>
          <a:xfrm>
            <a:off x="5561399" y="1833019"/>
            <a:ext cx="544709" cy="312351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필터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59136CD-7C8E-417F-9224-7C9B14E15295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ACBA26F-100D-45B0-AB33-1D16F00DA2EA}"/>
              </a:ext>
            </a:extLst>
          </p:cNvPr>
          <p:cNvGrpSpPr/>
          <p:nvPr/>
        </p:nvGrpSpPr>
        <p:grpSpPr>
          <a:xfrm>
            <a:off x="1676599" y="2319355"/>
            <a:ext cx="846407" cy="3822366"/>
            <a:chOff x="308035" y="2064890"/>
            <a:chExt cx="2166717" cy="4621505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8EA786-74C0-490E-8C98-5574C0D5A021}"/>
                </a:ext>
              </a:extLst>
            </p:cNvPr>
            <p:cNvSpPr/>
            <p:nvPr/>
          </p:nvSpPr>
          <p:spPr>
            <a:xfrm>
              <a:off x="308035" y="2064890"/>
              <a:ext cx="2164810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No.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8B85F1D4-1E92-4B5D-9D2E-C42668C1BB23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954C1F01-5151-4799-AC1F-AFCF6F08C6FF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5AA13D4-937C-46F2-A45B-B04D116D6182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C77251-0CF0-4835-B258-E5DD4DA804E3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F7F0C23-CC3B-4B90-8EA9-C3CAEC8E0FEC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6344F7A-889E-4380-AB03-A57AA30FAE2D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4BFA119-23A3-445B-95FC-29C0BC531693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1958993-0210-432E-9364-616F70932EE4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161556C-9351-4CBC-A78A-949C462371AF}"/>
              </a:ext>
            </a:extLst>
          </p:cNvPr>
          <p:cNvSpPr/>
          <p:nvPr/>
        </p:nvSpPr>
        <p:spPr>
          <a:xfrm>
            <a:off x="1508762" y="208562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98D9849-85D3-4009-AD3F-F70A114BCF36}"/>
              </a:ext>
            </a:extLst>
          </p:cNvPr>
          <p:cNvSpPr/>
          <p:nvPr/>
        </p:nvSpPr>
        <p:spPr>
          <a:xfrm>
            <a:off x="5056217" y="163154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656F4-56E4-4455-B075-3FCEB399C5DD}"/>
              </a:ext>
            </a:extLst>
          </p:cNvPr>
          <p:cNvSpPr txBox="1"/>
          <p:nvPr/>
        </p:nvSpPr>
        <p:spPr>
          <a:xfrm>
            <a:off x="1722329" y="1465545"/>
            <a:ext cx="1233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DE143C4-36A8-48D7-BC96-BC102D6414DC}"/>
              </a:ext>
            </a:extLst>
          </p:cNvPr>
          <p:cNvSpPr/>
          <p:nvPr/>
        </p:nvSpPr>
        <p:spPr>
          <a:xfrm>
            <a:off x="2956142" y="6405224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11139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427804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리뷰에 대한 정보를 자세히 알 수 있는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관리 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1544923" y="2108565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1544923" y="2538972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1544923" y="297373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1277655" y="343159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3265145" y="2058175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3265145" y="2488583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3265145" y="2909699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1697276" y="3802320"/>
            <a:ext cx="6716933" cy="23748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488055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396005" y="6412061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1CB8A4-912E-4F2C-86B1-22CEB349C17E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4B2BC-F342-43BC-A7C9-B1C7D5E8B2D9}"/>
              </a:ext>
            </a:extLst>
          </p:cNvPr>
          <p:cNvSpPr txBox="1"/>
          <p:nvPr/>
        </p:nvSpPr>
        <p:spPr>
          <a:xfrm>
            <a:off x="1747381" y="1421704"/>
            <a:ext cx="151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상세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02DE7B5-11F2-4664-AF9F-75F43C37C620}"/>
              </a:ext>
            </a:extLst>
          </p:cNvPr>
          <p:cNvSpPr/>
          <p:nvPr/>
        </p:nvSpPr>
        <p:spPr>
          <a:xfrm>
            <a:off x="1745274" y="1300723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1811</TotalTime>
  <Words>4632</Words>
  <Application>Microsoft Office PowerPoint</Application>
  <PresentationFormat>와이드스크린</PresentationFormat>
  <Paragraphs>1750</Paragraphs>
  <Slides>59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5" baseType="lpstr">
      <vt:lpstr>ui-sans-serif</vt:lpstr>
      <vt:lpstr>맑은 고딕</vt:lpstr>
      <vt:lpstr>맑은 고딕</vt:lpstr>
      <vt:lpstr>Arial</vt:lpstr>
      <vt:lpstr>Consolas</vt:lpstr>
      <vt:lpstr>Office 테마</vt:lpstr>
      <vt:lpstr>스토리보드 산재통계</vt:lpstr>
      <vt:lpstr>강사님의 선택은?!(팀명)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관리자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133</cp:revision>
  <dcterms:created xsi:type="dcterms:W3CDTF">2025-11-24T01:38:34Z</dcterms:created>
  <dcterms:modified xsi:type="dcterms:W3CDTF">2025-11-27T07:00:59Z</dcterms:modified>
</cp:coreProperties>
</file>