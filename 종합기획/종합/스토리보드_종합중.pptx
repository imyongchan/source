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283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258" r:id="rId30"/>
    <p:sldId id="260" r:id="rId31"/>
    <p:sldId id="280" r:id="rId32"/>
    <p:sldId id="291" r:id="rId33"/>
    <p:sldId id="299" r:id="rId34"/>
    <p:sldId id="300" r:id="rId35"/>
    <p:sldId id="301" r:id="rId36"/>
    <p:sldId id="305" r:id="rId37"/>
    <p:sldId id="286" r:id="rId38"/>
    <p:sldId id="292" r:id="rId39"/>
    <p:sldId id="287" r:id="rId40"/>
    <p:sldId id="288" r:id="rId41"/>
    <p:sldId id="290" r:id="rId42"/>
    <p:sldId id="293" r:id="rId43"/>
    <p:sldId id="289" r:id="rId44"/>
    <p:sldId id="302" r:id="rId45"/>
    <p:sldId id="264" r:id="rId46"/>
    <p:sldId id="303" r:id="rId47"/>
    <p:sldId id="304" r:id="rId4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0238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980244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98382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419107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82887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89891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366834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통계 분석 → 맞춤 위험도 → 안전교육 →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8947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429285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598714"/>
              </p:ext>
            </p:extLst>
          </p:nvPr>
        </p:nvGraphicFramePr>
        <p:xfrm>
          <a:off x="8603672" y="1180081"/>
          <a:ext cx="3588327" cy="6885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39378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947959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556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8084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68593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26869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708533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CE7A3B-08CE-4AE7-B7E4-E56C5D640F9E}"/>
              </a:ext>
            </a:extLst>
          </p:cNvPr>
          <p:cNvSpPr txBox="1"/>
          <p:nvPr/>
        </p:nvSpPr>
        <p:spPr>
          <a:xfrm>
            <a:off x="5323057" y="298688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30802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804240"/>
              </p:ext>
            </p:extLst>
          </p:nvPr>
        </p:nvGraphicFramePr>
        <p:xfrm>
          <a:off x="8603672" y="1180083"/>
          <a:ext cx="3588327" cy="59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 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81391"/>
              </p:ext>
            </p:extLst>
          </p:nvPr>
        </p:nvGraphicFramePr>
        <p:xfrm>
          <a:off x="1675370" y="3183933"/>
          <a:ext cx="5495236" cy="187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471520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231321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227117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447040"/>
              </p:ext>
            </p:extLst>
          </p:nvPr>
        </p:nvGraphicFramePr>
        <p:xfrm>
          <a:off x="8603672" y="1180083"/>
          <a:ext cx="3588327" cy="573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27044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467125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354031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제조업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건설업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따라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1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1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10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3441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67547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1528194" y="454801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67547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EFE5CA5-578B-425C-A594-811BFD7A077D}"/>
              </a:ext>
            </a:extLst>
          </p:cNvPr>
          <p:cNvSpPr/>
          <p:nvPr/>
        </p:nvSpPr>
        <p:spPr>
          <a:xfrm>
            <a:off x="2281543" y="317781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18403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16316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2::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19152C-C274-4842-B44E-91F10111CA5D}"/>
              </a:ext>
            </a:extLst>
          </p:cNvPr>
          <p:cNvSpPr txBox="1"/>
          <p:nvPr/>
        </p:nvSpPr>
        <p:spPr>
          <a:xfrm>
            <a:off x="1351916" y="317781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중분류</a:t>
            </a:r>
            <a:r>
              <a:rPr lang="en-US" altLang="ko-KR" sz="1000" dirty="0"/>
              <a:t>1</a:t>
            </a:r>
            <a:r>
              <a:rPr lang="ko-KR" altLang="en-US" sz="1000" dirty="0"/>
              <a:t>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18859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24937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67547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64617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494560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78584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11563"/>
              </p:ext>
            </p:extLst>
          </p:nvPr>
        </p:nvGraphicFramePr>
        <p:xfrm>
          <a:off x="8603672" y="1180080"/>
          <a:ext cx="3588327" cy="5814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65715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122462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17169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</a:t>
            </a:r>
            <a:r>
              <a:rPr lang="en-US" altLang="ko-KR" sz="1100" dirty="0"/>
              <a:t>40</a:t>
            </a:r>
            <a:r>
              <a:rPr lang="ko-KR" altLang="en-US" sz="1100" dirty="0"/>
              <a:t>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</a:t>
            </a:r>
            <a:r>
              <a:rPr lang="en-US" altLang="ko-KR" sz="1100" dirty="0"/>
              <a:t>30</a:t>
            </a:r>
            <a:r>
              <a:rPr lang="ko-KR" altLang="en-US" sz="1100" dirty="0"/>
              <a:t>대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</a:t>
            </a:r>
            <a:r>
              <a:rPr lang="en-US" altLang="ko-KR" sz="1100" dirty="0"/>
              <a:t>10</a:t>
            </a:r>
            <a:r>
              <a:rPr lang="ko-KR" altLang="en-US" sz="1100" dirty="0"/>
              <a:t>대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어업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중분류</a:t>
            </a:r>
            <a:r>
              <a:rPr lang="en-US" altLang="ko-KR" dirty="0"/>
              <a:t>1</a:t>
            </a:r>
            <a:endParaRPr lang="ko-KR" altLang="en-US" dirty="0"/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찢어짐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넘어짐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부딪침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발생형태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20328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0662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75348926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2317625951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2530538905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22306155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14238"/>
              </p:ext>
            </p:extLst>
          </p:nvPr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679038" y="459730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679038" y="5627228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1323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44621"/>
              </p:ext>
            </p:extLst>
          </p:nvPr>
        </p:nvGraphicFramePr>
        <p:xfrm>
          <a:off x="8603672" y="1180080"/>
          <a:ext cx="3588327" cy="7378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 이름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태그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331556" y="3175728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4174709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태그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713445"/>
            <a:ext cx="23143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 PPT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22109" y="4781209"/>
            <a:ext cx="2372396" cy="6862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9178511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99405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관련 자료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491884" y="3002942"/>
            <a:ext cx="7334119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9219" y="291654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31556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1281107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211664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192670" y="3353849"/>
            <a:ext cx="3694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163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11849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46989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669284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83058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44475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82119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7897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326681"/>
            <a:ext cx="7921373" cy="27595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1"/>
            <a:r>
              <a:rPr lang="en-US" altLang="ko-KR" sz="1200" b="0">
                <a:solidFill>
                  <a:schemeClr val="tx1"/>
                </a:solidFill>
              </a:rPr>
              <a:t>Kakao </a:t>
            </a:r>
            <a:r>
              <a:rPr lang="ko-KR" altLang="en-US" sz="1200" b="0">
                <a:solidFill>
                  <a:schemeClr val="tx1"/>
                </a:solidFill>
              </a:rPr>
              <a:t>지도 </a:t>
            </a:r>
            <a:r>
              <a:rPr lang="en-US" altLang="ko-KR" sz="1200" b="0">
                <a:solidFill>
                  <a:schemeClr val="tx1"/>
                </a:solidFill>
              </a:rPr>
              <a:t>API</a:t>
            </a:r>
            <a:r>
              <a:rPr lang="ko-KR" altLang="en-US" sz="1200" b="0">
                <a:solidFill>
                  <a:schemeClr val="tx1"/>
                </a:solidFill>
              </a:rPr>
              <a:t>를 활용하여 해당 산재 지정 의료기관 위치를 마커 표시</a:t>
            </a:r>
            <a:endParaRPr lang="en-US" altLang="ko-KR" sz="1200" b="0">
              <a:solidFill>
                <a:schemeClr val="tx1"/>
              </a:solidFill>
            </a:endParaRPr>
          </a:p>
          <a:p>
            <a:pPr latinLnBrk="1"/>
            <a:r>
              <a:rPr lang="ko-KR" altLang="en-US" sz="1200" b="0">
                <a:solidFill>
                  <a:schemeClr val="tx1"/>
                </a:solidFill>
              </a:rPr>
              <a:t>줌 레벨 만들어보면서 체크</a:t>
            </a:r>
            <a:endParaRPr lang="ko-KR" altLang="en-US" sz="1200" b="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78660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118233"/>
              </p:ext>
            </p:extLst>
          </p:nvPr>
        </p:nvGraphicFramePr>
        <p:xfrm>
          <a:off x="8603672" y="1180080"/>
          <a:ext cx="3588327" cy="6197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띄우고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한번더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인지 시키기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28526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340642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394899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7358474" y="423462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7846577" y="4242577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361691" y="5339259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222725" y="51551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4DABA-A602-44B5-B093-8E8983803FAA}"/>
              </a:ext>
            </a:extLst>
          </p:cNvPr>
          <p:cNvSpPr/>
          <p:nvPr/>
        </p:nvSpPr>
        <p:spPr>
          <a:xfrm>
            <a:off x="423186" y="4526367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2408660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371651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6743073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작성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3187" y="2199362"/>
            <a:ext cx="7921373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4955805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005259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47592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324827" y="2522172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4569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637242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-&gt;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수정되었습니다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.alert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창 하나 띄우고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닫기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322288" y="2312874"/>
            <a:ext cx="7921374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347819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436794" y="5069317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취소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701990" y="3118771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236214" y="487274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</TotalTime>
  <Words>3780</Words>
  <Application>Microsoft Office PowerPoint</Application>
  <PresentationFormat>와이드스크린</PresentationFormat>
  <Paragraphs>1353</Paragraphs>
  <Slides>47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3" baseType="lpstr">
      <vt:lpstr>ui-sans-serif</vt:lpstr>
      <vt:lpstr>Malgun Gothic</vt:lpstr>
      <vt:lpstr>Malgun Gothic</vt:lpstr>
      <vt:lpstr>Arial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117</cp:revision>
  <dcterms:created xsi:type="dcterms:W3CDTF">2025-11-24T01:38:34Z</dcterms:created>
  <dcterms:modified xsi:type="dcterms:W3CDTF">2025-11-27T02:49:02Z</dcterms:modified>
</cp:coreProperties>
</file>