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62" r:id="rId3"/>
    <p:sldId id="257" r:id="rId4"/>
    <p:sldId id="266" r:id="rId5"/>
    <p:sldId id="261" r:id="rId6"/>
    <p:sldId id="296" r:id="rId7"/>
    <p:sldId id="306" r:id="rId8"/>
    <p:sldId id="307" r:id="rId9"/>
    <p:sldId id="308" r:id="rId10"/>
    <p:sldId id="309" r:id="rId11"/>
    <p:sldId id="263" r:id="rId12"/>
    <p:sldId id="265" r:id="rId13"/>
    <p:sldId id="258" r:id="rId14"/>
    <p:sldId id="260" r:id="rId15"/>
    <p:sldId id="267" r:id="rId16"/>
    <p:sldId id="268" r:id="rId17"/>
    <p:sldId id="270" r:id="rId18"/>
    <p:sldId id="271" r:id="rId19"/>
    <p:sldId id="273" r:id="rId20"/>
    <p:sldId id="274" r:id="rId21"/>
    <p:sldId id="285" r:id="rId22"/>
    <p:sldId id="283" r:id="rId23"/>
    <p:sldId id="278" r:id="rId24"/>
    <p:sldId id="282" r:id="rId25"/>
    <p:sldId id="281" r:id="rId26"/>
    <p:sldId id="294" r:id="rId27"/>
    <p:sldId id="295" r:id="rId28"/>
    <p:sldId id="280" r:id="rId29"/>
    <p:sldId id="291" r:id="rId30"/>
    <p:sldId id="299" r:id="rId31"/>
    <p:sldId id="300" r:id="rId32"/>
    <p:sldId id="301" r:id="rId33"/>
    <p:sldId id="305" r:id="rId34"/>
    <p:sldId id="286" r:id="rId35"/>
    <p:sldId id="292" r:id="rId36"/>
    <p:sldId id="287" r:id="rId37"/>
    <p:sldId id="288" r:id="rId38"/>
    <p:sldId id="290" r:id="rId39"/>
    <p:sldId id="293" r:id="rId40"/>
    <p:sldId id="289" r:id="rId41"/>
    <p:sldId id="302" r:id="rId42"/>
    <p:sldId id="264" r:id="rId43"/>
    <p:sldId id="303" r:id="rId44"/>
    <p:sldId id="304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9727" autoAdjust="0"/>
  </p:normalViewPr>
  <p:slideViewPr>
    <p:cSldViewPr snapToGrid="0">
      <p:cViewPr varScale="1">
        <p:scale>
          <a:sx n="101" d="100"/>
          <a:sy n="101" d="100"/>
        </p:scale>
        <p:origin x="3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보류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311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16000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352561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0450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보류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3606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비회원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기능 차이 구분 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726244" y="2322244"/>
            <a:ext cx="150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852412" y="30815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2073341" y="3167982"/>
            <a:ext cx="5182821" cy="2855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비회원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회원 기능 차이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4" name="표 15">
            <a:extLst>
              <a:ext uri="{FF2B5EF4-FFF2-40B4-BE49-F238E27FC236}">
                <a16:creationId xmlns:a16="http://schemas.microsoft.com/office/drawing/2014/main" id="{476E894B-EE24-E7DE-45DD-1614919E08DC}"/>
              </a:ext>
            </a:extLst>
          </p:cNvPr>
          <p:cNvGraphicFramePr>
            <a:graphicFrameLocks noGrp="1"/>
          </p:cNvGraphicFramePr>
          <p:nvPr/>
        </p:nvGraphicFramePr>
        <p:xfrm>
          <a:off x="2235253" y="4019038"/>
          <a:ext cx="48589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65">
                  <a:extLst>
                    <a:ext uri="{9D8B030D-6E8A-4147-A177-3AD203B41FA5}">
                      <a16:colId xmlns:a16="http://schemas.microsoft.com/office/drawing/2014/main" val="133966616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287823328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3342232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743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753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67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59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919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5966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17169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</a:t>
            </a:r>
            <a:r>
              <a:rPr lang="en-US" altLang="ko-KR" sz="1100" dirty="0"/>
              <a:t>40</a:t>
            </a:r>
            <a:r>
              <a:rPr lang="ko-KR" altLang="en-US" sz="1100" dirty="0"/>
              <a:t>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</a:t>
            </a:r>
            <a:r>
              <a:rPr lang="en-US" altLang="ko-KR" sz="1100" dirty="0"/>
              <a:t>30</a:t>
            </a:r>
            <a:r>
              <a:rPr lang="ko-KR" altLang="en-US" sz="1100" dirty="0"/>
              <a:t>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</a:t>
            </a:r>
            <a:r>
              <a:rPr lang="en-US" altLang="ko-KR" sz="1100" dirty="0"/>
              <a:t>10</a:t>
            </a:r>
            <a:r>
              <a:rPr lang="ko-KR" altLang="en-US" sz="1100" dirty="0"/>
              <a:t>대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어업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중분류</a:t>
            </a:r>
            <a:r>
              <a:rPr lang="en-US" altLang="ko-KR" dirty="0"/>
              <a:t>1</a:t>
            </a:r>
            <a:endParaRPr lang="ko-KR" altLang="en-US" dirty="0"/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찢어짐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넘어짐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부딪침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발생형태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065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970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591472"/>
              </p:ext>
            </p:extLst>
          </p:nvPr>
        </p:nvGraphicFramePr>
        <p:xfrm>
          <a:off x="8603672" y="1180081"/>
          <a:ext cx="3588327" cy="6306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안전교육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7472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571408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14491012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585023122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46183502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35329533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379219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906270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0081219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25307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524482"/>
              </p:ext>
            </p:extLst>
          </p:nvPr>
        </p:nvGraphicFramePr>
        <p:xfrm>
          <a:off x="8603672" y="1180080"/>
          <a:ext cx="3588327" cy="6086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줄로 쭉 하고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새창이냐는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작성하다 결정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66343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671396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</TotalTime>
  <Words>3630</Words>
  <Application>Microsoft Office PowerPoint</Application>
  <PresentationFormat>와이드스크린</PresentationFormat>
  <Paragraphs>1341</Paragraphs>
  <Slides>44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ui-sans-serif</vt:lpstr>
      <vt:lpstr>맑은 고딕</vt:lpstr>
      <vt:lpstr>맑은 고딕</vt:lpstr>
      <vt:lpstr>Arial</vt:lpstr>
      <vt:lpstr>Office 테마</vt:lpstr>
      <vt:lpstr>스토리보드 산재통계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 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안전교육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94</cp:revision>
  <dcterms:created xsi:type="dcterms:W3CDTF">2025-11-24T01:38:34Z</dcterms:created>
  <dcterms:modified xsi:type="dcterms:W3CDTF">2025-11-27T00:33:22Z</dcterms:modified>
</cp:coreProperties>
</file>