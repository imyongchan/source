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5" d="100"/>
          <a:sy n="75" d="100"/>
        </p:scale>
        <p:origin x="48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F445A-7219-45CC-84A4-B8233C141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D0787E-6A0E-409C-A62B-F957BAF99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D8E41-41F0-481C-99F5-596154A9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76CB26-82DD-439C-BB87-F51F6850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45926-5937-403E-A2AE-FE671324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66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625D9-0240-48A3-A7CA-0606D5C8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7F432-4EFB-43F5-AF68-14E225192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91237-E1E9-4600-A6E8-42178C3DB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899AB1-7EBD-4C38-BE12-194D24CCC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EAC3DF-21B2-4573-A20F-B95EAAD3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70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5DD34-BA4E-40E9-98F6-2AB80E8A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C4660-982D-47F4-A0B3-16771B27C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4C207-2820-4D68-9D04-E2012099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0F5A2B-A048-4326-BEF5-242045A0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48D398-7098-4CFE-9D22-49F7B3E0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48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BF731-5355-4438-BD17-672D45B79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5C5E3-DD9F-4B06-AECE-1F5252EF7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1A5144-08E6-45BD-AA8D-41AB17786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D695DE-FC4E-4257-B793-DC2F38EF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A7A258-A9AA-4174-959C-247351FCE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4B3C00-EA0F-4F60-9BBF-241E78CC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13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F529F-9D2A-4109-9757-113D035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082E3A-CDE9-4B1F-8640-A46BC239B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2DF67C-3A67-4E6F-A5E4-1899B2722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577BB0-77C2-4C76-AED1-C0B993982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AB154-6BF4-4A35-9FDF-AF21F5EBB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F238E0-2BEA-4676-987B-68244B85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183CA9-EC6B-4C18-81E4-FC4451C4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B19213-122D-42CE-B4F6-14891B9D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59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FE33D-C1AF-46D8-A49F-76C76B43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D982B2-76A3-42A2-9F50-C1F86E67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A4D668-2E63-4DD9-89E2-23D3FE89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BAF317-C885-4E56-B3F0-2A2C9129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95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CDB548-2A8A-40EB-9E2B-0644EE1F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1AE109-0C75-4FEF-9458-31FFC3AB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2E2398-DB24-4A57-87AC-A32EE0B4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64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8F58C-33AE-4103-AFB3-FCEA1769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163BB-E27E-4D3F-82AC-32D36E440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254FE4-AC80-4DBE-8CAA-616CE0443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41C060-26C8-4C7E-AAE9-F10FA1DE6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6E2991-7DA1-4C3B-A0FB-2E27B160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244C9F-4EF2-4DC5-BDFE-17709090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92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CC52D-D665-431E-AD2C-0C2CB8E6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52C73F-8A07-42CB-97F4-66319120B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A23B3A-7732-4482-8ECD-529F4DA84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5679A-CA04-4763-BE4D-E37165CE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639F77-E6AC-48D6-9978-3AAFFD6A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975227-D572-4A83-A1ED-431B03A77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65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F6F2B-7D20-4404-9BDD-760D7CF8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4D7786-F7BF-42A8-8D4D-1D56AAD72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BDB759-CD4E-453B-9386-F37291A3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76A4BF-EE32-48F1-A719-000BE833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9AE2E0-A4C5-4C8F-A46A-7DB631AC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1215E3-378D-44B3-920A-B6B27215C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2455D7-2D57-4438-ACCB-5993631B4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C26065-1FB2-4F8E-BC2D-9748CD9C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72751E-9414-499F-B378-9980F5D6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FCD185-1063-4156-B350-8B413C1A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39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C7BF92-72DE-4B94-9A1F-5A41D99C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64FA9-4957-4742-AE2F-2B941972A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12D05E-6D5B-4D2C-983D-164ED0179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0BE70-DC93-4C0C-BED1-8C57C6BBD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3A512-BC1F-4D8D-B14C-40B253D4A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00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7F733-D0AF-4E22-9ACD-628454BDF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4572"/>
          </a:xfrm>
        </p:spPr>
        <p:txBody>
          <a:bodyPr/>
          <a:lstStyle/>
          <a:p>
            <a:r>
              <a:rPr lang="ko-KR" altLang="en-US" dirty="0"/>
              <a:t>스토리보드 양식</a:t>
            </a:r>
          </a:p>
        </p:txBody>
      </p:sp>
    </p:spTree>
    <p:extLst>
      <p:ext uri="{BB962C8B-B14F-4D97-AF65-F5344CB8AC3E}">
        <p14:creationId xmlns:p14="http://schemas.microsoft.com/office/powerpoint/2010/main" val="1021928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853308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login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main&gt;login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62278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성공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메인페이지로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이동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안맞을시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Alert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경고창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카카오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네이버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구글로 로그인 하기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클릭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html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이동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5ABDF3B-5ACA-3C53-1278-5D2B8550EEAC}"/>
              </a:ext>
            </a:extLst>
          </p:cNvPr>
          <p:cNvSpPr/>
          <p:nvPr/>
        </p:nvSpPr>
        <p:spPr>
          <a:xfrm>
            <a:off x="1337488" y="1944053"/>
            <a:ext cx="6105379" cy="414996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------------------------------------------------------------------------------------------------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계정이 </a:t>
            </a:r>
            <a:r>
              <a:rPr lang="ko-KR" altLang="en-US" sz="1000" dirty="0" err="1">
                <a:solidFill>
                  <a:schemeClr val="tx1"/>
                </a:solidFill>
              </a:rPr>
              <a:t>없으세요</a:t>
            </a:r>
            <a:r>
              <a:rPr lang="en-US" altLang="ko-KR" sz="1000" dirty="0">
                <a:solidFill>
                  <a:schemeClr val="tx1"/>
                </a:solidFill>
              </a:rPr>
              <a:t>?  </a:t>
            </a:r>
            <a:r>
              <a:rPr lang="ko-KR" altLang="en-US" sz="1100" b="1" dirty="0">
                <a:solidFill>
                  <a:schemeClr val="tx1"/>
                </a:solidFill>
              </a:rPr>
              <a:t>회원가입 </a:t>
            </a:r>
            <a:r>
              <a:rPr lang="ko-KR" altLang="en-US" sz="1000" dirty="0" err="1">
                <a:solidFill>
                  <a:schemeClr val="tx1"/>
                </a:solidFill>
              </a:rPr>
              <a:t>하러가기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0209E4C-5466-CD8E-2D96-63EC88036477}"/>
              </a:ext>
            </a:extLst>
          </p:cNvPr>
          <p:cNvSpPr/>
          <p:nvPr/>
        </p:nvSpPr>
        <p:spPr>
          <a:xfrm>
            <a:off x="2427515" y="2656115"/>
            <a:ext cx="3854548" cy="304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err="1">
                <a:solidFill>
                  <a:schemeClr val="bg2">
                    <a:lumMod val="75000"/>
                  </a:schemeClr>
                </a:solidFill>
              </a:rPr>
              <a:t>회원아이디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이메일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을 입력해 주세요</a:t>
            </a:r>
            <a:endParaRPr lang="ko-KR" altLang="en-US" sz="12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A0C0C11-757F-6F24-B51C-B7B1B7215BE7}"/>
              </a:ext>
            </a:extLst>
          </p:cNvPr>
          <p:cNvSpPr/>
          <p:nvPr/>
        </p:nvSpPr>
        <p:spPr>
          <a:xfrm>
            <a:off x="2427515" y="3115509"/>
            <a:ext cx="3854548" cy="304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회원비밀번호를 입력해 주세요</a:t>
            </a:r>
            <a:endParaRPr lang="ko-KR" altLang="en-US" sz="12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86A3B47-F32F-BFFD-6C1C-0894817D6960}"/>
              </a:ext>
            </a:extLst>
          </p:cNvPr>
          <p:cNvSpPr/>
          <p:nvPr/>
        </p:nvSpPr>
        <p:spPr>
          <a:xfrm>
            <a:off x="2427515" y="3587018"/>
            <a:ext cx="3854548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0E489BE-AF35-70AB-6685-02C58F1AE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111" y="4006271"/>
            <a:ext cx="3732952" cy="1197222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83C31514-5405-B6DA-BDC4-CB05351DAC1C}"/>
              </a:ext>
            </a:extLst>
          </p:cNvPr>
          <p:cNvSpPr/>
          <p:nvPr/>
        </p:nvSpPr>
        <p:spPr>
          <a:xfrm>
            <a:off x="2174103" y="3756802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C77B9C2-4283-AD64-4416-70664BF1669B}"/>
              </a:ext>
            </a:extLst>
          </p:cNvPr>
          <p:cNvSpPr/>
          <p:nvPr/>
        </p:nvSpPr>
        <p:spPr>
          <a:xfrm>
            <a:off x="3395015" y="4473764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8017755-3249-B3EE-08EA-7BF7CDC3421D}"/>
              </a:ext>
            </a:extLst>
          </p:cNvPr>
          <p:cNvSpPr/>
          <p:nvPr/>
        </p:nvSpPr>
        <p:spPr>
          <a:xfrm>
            <a:off x="4354789" y="5336091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7521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551775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Sign-up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main&gt;login&gt;sign-up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589018"/>
              </p:ext>
            </p:extLst>
          </p:nvPr>
        </p:nvGraphicFramePr>
        <p:xfrm>
          <a:off x="8603672" y="1180080"/>
          <a:ext cx="3588327" cy="5870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 가능한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인지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Check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입력한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비밀번호랑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맞는 비밀번호인지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Check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업종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Select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직종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Select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5.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산재여부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CheckBox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6.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필수입력 조건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아이디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비밀번호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업종</a:t>
                      </a:r>
                      <a:endParaRPr lang="en-US" altLang="ko-KR" sz="1100" b="0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직무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집주소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직장주소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산재여부 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5ABDF3B-5ACA-3C53-1278-5D2B8550EEAC}"/>
              </a:ext>
            </a:extLst>
          </p:cNvPr>
          <p:cNvSpPr/>
          <p:nvPr/>
        </p:nvSpPr>
        <p:spPr>
          <a:xfrm>
            <a:off x="1291766" y="1926458"/>
            <a:ext cx="6105379" cy="414996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회원가입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로그인 정보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*</a:t>
            </a:r>
            <a:r>
              <a:rPr lang="ko-KR" altLang="en-US" sz="1000" dirty="0">
                <a:solidFill>
                  <a:schemeClr val="tx1"/>
                </a:solidFill>
              </a:rPr>
              <a:t>아이디 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en-US" altLang="ko-KR" sz="1000" dirty="0">
                <a:solidFill>
                  <a:schemeClr val="tx1"/>
                </a:solidFill>
              </a:rPr>
              <a:t>	</a:t>
            </a:r>
          </a:p>
          <a:p>
            <a:r>
              <a:rPr lang="en-US" altLang="ko-KR" sz="1000" dirty="0">
                <a:solidFill>
                  <a:schemeClr val="tx1"/>
                </a:solidFill>
              </a:rPr>
              <a:t>*</a:t>
            </a:r>
            <a:r>
              <a:rPr lang="ko-KR" altLang="en-US" sz="1000" dirty="0">
                <a:solidFill>
                  <a:schemeClr val="tx1"/>
                </a:solidFill>
              </a:rPr>
              <a:t>비밀번호</a:t>
            </a:r>
            <a:r>
              <a:rPr lang="en-US" altLang="ko-KR" sz="1000" dirty="0">
                <a:solidFill>
                  <a:schemeClr val="tx1"/>
                </a:solidFill>
              </a:rPr>
              <a:t>: </a:t>
            </a: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비밀번호 확인</a:t>
            </a:r>
            <a:r>
              <a:rPr lang="en-US" altLang="ko-KR" sz="1000" dirty="0">
                <a:solidFill>
                  <a:schemeClr val="tx1"/>
                </a:solidFill>
              </a:rPr>
              <a:t>: </a:t>
            </a: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회원정보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*</a:t>
            </a:r>
            <a:r>
              <a:rPr lang="ko-KR" altLang="en-US" sz="1000" dirty="0">
                <a:solidFill>
                  <a:schemeClr val="tx1"/>
                </a:solidFill>
              </a:rPr>
              <a:t>이름</a:t>
            </a:r>
            <a:r>
              <a:rPr lang="en-US" altLang="ko-KR" sz="1000" dirty="0">
                <a:solidFill>
                  <a:schemeClr val="tx1"/>
                </a:solidFill>
              </a:rPr>
              <a:t>:                                                       </a:t>
            </a:r>
            <a:r>
              <a:rPr lang="ko-KR" altLang="en-US" sz="1000" dirty="0">
                <a:solidFill>
                  <a:schemeClr val="tx1"/>
                </a:solidFill>
              </a:rPr>
              <a:t>나이 </a:t>
            </a:r>
            <a:r>
              <a:rPr lang="en-US" altLang="ko-KR" sz="1000" dirty="0">
                <a:solidFill>
                  <a:schemeClr val="tx1"/>
                </a:solidFill>
              </a:rPr>
              <a:t>: </a:t>
            </a: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*</a:t>
            </a:r>
            <a:r>
              <a:rPr lang="ko-KR" altLang="en-US" sz="1000" dirty="0">
                <a:solidFill>
                  <a:schemeClr val="tx1"/>
                </a:solidFill>
              </a:rPr>
              <a:t>업종</a:t>
            </a:r>
            <a:r>
              <a:rPr lang="en-US" altLang="ko-KR" sz="1000" dirty="0">
                <a:solidFill>
                  <a:schemeClr val="tx1"/>
                </a:solidFill>
              </a:rPr>
              <a:t>:                                                      *</a:t>
            </a:r>
            <a:r>
              <a:rPr lang="ko-KR" altLang="en-US" sz="1000" dirty="0">
                <a:solidFill>
                  <a:schemeClr val="tx1"/>
                </a:solidFill>
              </a:rPr>
              <a:t>직무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*</a:t>
            </a:r>
            <a:r>
              <a:rPr lang="ko-KR" altLang="en-US" sz="1000" dirty="0">
                <a:solidFill>
                  <a:schemeClr val="tx1"/>
                </a:solidFill>
              </a:rPr>
              <a:t>집 주소</a:t>
            </a:r>
            <a:r>
              <a:rPr lang="en-US" altLang="ko-KR" sz="1000" dirty="0">
                <a:solidFill>
                  <a:schemeClr val="tx1"/>
                </a:solidFill>
              </a:rPr>
              <a:t>:                                                  *</a:t>
            </a:r>
            <a:r>
              <a:rPr lang="ko-KR" altLang="en-US" sz="1000" dirty="0">
                <a:solidFill>
                  <a:schemeClr val="tx1"/>
                </a:solidFill>
              </a:rPr>
              <a:t>직장주소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call:                                                         </a:t>
            </a:r>
            <a:r>
              <a:rPr lang="ko-KR" altLang="en-US" sz="1000" dirty="0">
                <a:solidFill>
                  <a:schemeClr val="tx1"/>
                </a:solidFill>
              </a:rPr>
              <a:t>이메일</a:t>
            </a:r>
            <a:r>
              <a:rPr lang="en-US" altLang="ko-KR" sz="1000" dirty="0">
                <a:solidFill>
                  <a:schemeClr val="tx1"/>
                </a:solidFill>
              </a:rPr>
              <a:t>:    </a:t>
            </a: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*</a:t>
            </a:r>
            <a:r>
              <a:rPr lang="ko-KR" altLang="en-US" sz="1000" dirty="0">
                <a:solidFill>
                  <a:schemeClr val="tx1"/>
                </a:solidFill>
              </a:rPr>
              <a:t>산재 여부</a:t>
            </a:r>
            <a:r>
              <a:rPr lang="en-US" altLang="ko-KR" sz="1000" dirty="0">
                <a:solidFill>
                  <a:schemeClr val="tx1"/>
                </a:solidFill>
              </a:rPr>
              <a:t>: 			</a:t>
            </a: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7585822-A012-21F1-38E0-DD3EC605CCD4}"/>
              </a:ext>
            </a:extLst>
          </p:cNvPr>
          <p:cNvSpPr/>
          <p:nvPr/>
        </p:nvSpPr>
        <p:spPr>
          <a:xfrm>
            <a:off x="2618401" y="3047266"/>
            <a:ext cx="3854548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6~16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ko-KR" altLang="en-US" sz="1000" dirty="0" err="1">
                <a:solidFill>
                  <a:schemeClr val="bg2">
                    <a:lumMod val="75000"/>
                  </a:schemeClr>
                </a:solidFill>
              </a:rPr>
              <a:t>영문소문자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숫자사용가능</a:t>
            </a:r>
            <a:endParaRPr lang="ko-KR" altLang="en-US" sz="10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D908B6D-6F18-BFDE-7514-0CF37797062E}"/>
              </a:ext>
            </a:extLst>
          </p:cNvPr>
          <p:cNvSpPr/>
          <p:nvPr/>
        </p:nvSpPr>
        <p:spPr>
          <a:xfrm>
            <a:off x="2618401" y="3360849"/>
            <a:ext cx="3854548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8~16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문자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숫자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특수문자 모두 혼용 </a:t>
            </a:r>
            <a:endParaRPr lang="ko-KR" altLang="en-US" sz="10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B0F2DF4-EC2D-A4E2-D53A-D0187DA2A692}"/>
              </a:ext>
            </a:extLst>
          </p:cNvPr>
          <p:cNvSpPr/>
          <p:nvPr/>
        </p:nvSpPr>
        <p:spPr>
          <a:xfrm>
            <a:off x="2618401" y="3687387"/>
            <a:ext cx="3854548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비밀번호 다시 입력해주세요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. </a:t>
            </a:r>
            <a:endParaRPr lang="ko-KR" altLang="en-US" sz="1000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74F7F1A-CC96-40B2-305B-4D02CC1CA2CA}"/>
              </a:ext>
            </a:extLst>
          </p:cNvPr>
          <p:cNvSpPr/>
          <p:nvPr/>
        </p:nvSpPr>
        <p:spPr>
          <a:xfrm>
            <a:off x="2130713" y="4336739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C7D21EB-D776-2FCA-7E17-F492A9AD87C2}"/>
              </a:ext>
            </a:extLst>
          </p:cNvPr>
          <p:cNvSpPr/>
          <p:nvPr/>
        </p:nvSpPr>
        <p:spPr>
          <a:xfrm>
            <a:off x="4946813" y="434046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9141DAB-16E9-1026-15D7-32881BD266E2}"/>
              </a:ext>
            </a:extLst>
          </p:cNvPr>
          <p:cNvSpPr/>
          <p:nvPr/>
        </p:nvSpPr>
        <p:spPr>
          <a:xfrm>
            <a:off x="2130713" y="4642199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E610E94-78BA-EE96-F26F-CD2ABA1F0B18}"/>
              </a:ext>
            </a:extLst>
          </p:cNvPr>
          <p:cNvSpPr/>
          <p:nvPr/>
        </p:nvSpPr>
        <p:spPr>
          <a:xfrm>
            <a:off x="4946813" y="4629772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86544B7-03F1-2025-FC12-96DF051CDB49}"/>
              </a:ext>
            </a:extLst>
          </p:cNvPr>
          <p:cNvSpPr/>
          <p:nvPr/>
        </p:nvSpPr>
        <p:spPr>
          <a:xfrm>
            <a:off x="2130711" y="4934722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000" dirty="0" err="1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DC1332F-A6F2-060F-3111-17E570FBD692}"/>
              </a:ext>
            </a:extLst>
          </p:cNvPr>
          <p:cNvSpPr/>
          <p:nvPr/>
        </p:nvSpPr>
        <p:spPr>
          <a:xfrm>
            <a:off x="4946812" y="4943355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000" dirty="0" err="1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332F26F-25BD-CC74-317A-A7ACBDA8F15E}"/>
              </a:ext>
            </a:extLst>
          </p:cNvPr>
          <p:cNvSpPr/>
          <p:nvPr/>
        </p:nvSpPr>
        <p:spPr>
          <a:xfrm>
            <a:off x="2130712" y="5240182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EBE3695-A351-1FB1-A6AA-8D33D0B6328A}"/>
              </a:ext>
            </a:extLst>
          </p:cNvPr>
          <p:cNvSpPr/>
          <p:nvPr/>
        </p:nvSpPr>
        <p:spPr>
          <a:xfrm>
            <a:off x="4946812" y="5253439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92CEB9D-F0B5-4872-498A-5164D8279F1F}"/>
              </a:ext>
            </a:extLst>
          </p:cNvPr>
          <p:cNvSpPr/>
          <p:nvPr/>
        </p:nvSpPr>
        <p:spPr>
          <a:xfrm>
            <a:off x="2379642" y="5575541"/>
            <a:ext cx="689769" cy="21691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Yes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B6A6373-512A-D5A9-280F-2DBD5E9D158A}"/>
              </a:ext>
            </a:extLst>
          </p:cNvPr>
          <p:cNvSpPr/>
          <p:nvPr/>
        </p:nvSpPr>
        <p:spPr>
          <a:xfrm>
            <a:off x="3183590" y="5575540"/>
            <a:ext cx="689769" cy="21691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No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4CB9AE07-A37E-1A2B-2E32-F4C4F197D6B1}"/>
              </a:ext>
            </a:extLst>
          </p:cNvPr>
          <p:cNvSpPr/>
          <p:nvPr/>
        </p:nvSpPr>
        <p:spPr>
          <a:xfrm>
            <a:off x="4344456" y="5633513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가입하기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AEF61E5-14E5-6739-E820-DF55D2FF315D}"/>
              </a:ext>
            </a:extLst>
          </p:cNvPr>
          <p:cNvSpPr/>
          <p:nvPr/>
        </p:nvSpPr>
        <p:spPr>
          <a:xfrm>
            <a:off x="6349533" y="3056122"/>
            <a:ext cx="477107" cy="20805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확인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352C6B9-3B07-1057-604C-8A1E81CB4BAB}"/>
              </a:ext>
            </a:extLst>
          </p:cNvPr>
          <p:cNvSpPr/>
          <p:nvPr/>
        </p:nvSpPr>
        <p:spPr>
          <a:xfrm>
            <a:off x="6711579" y="2894923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FEB9432-946D-07F9-4659-9685273919B8}"/>
              </a:ext>
            </a:extLst>
          </p:cNvPr>
          <p:cNvSpPr/>
          <p:nvPr/>
        </p:nvSpPr>
        <p:spPr>
          <a:xfrm>
            <a:off x="1992011" y="4583885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396CD08-B7AB-BB38-A3AD-2B44BF33B30C}"/>
              </a:ext>
            </a:extLst>
          </p:cNvPr>
          <p:cNvSpPr/>
          <p:nvPr/>
        </p:nvSpPr>
        <p:spPr>
          <a:xfrm>
            <a:off x="4713496" y="4560010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6CA717F-DA75-3D7B-1413-D5A4CA89EEA1}"/>
              </a:ext>
            </a:extLst>
          </p:cNvPr>
          <p:cNvSpPr/>
          <p:nvPr/>
        </p:nvSpPr>
        <p:spPr>
          <a:xfrm>
            <a:off x="4235176" y="5436894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ACABAED-4DE7-0033-8C7D-5520B74939FC}"/>
              </a:ext>
            </a:extLst>
          </p:cNvPr>
          <p:cNvSpPr/>
          <p:nvPr/>
        </p:nvSpPr>
        <p:spPr>
          <a:xfrm>
            <a:off x="6360551" y="3362803"/>
            <a:ext cx="477107" cy="24616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확인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A75D4B96-5348-37B9-9954-47B68BE04E3C}"/>
              </a:ext>
            </a:extLst>
          </p:cNvPr>
          <p:cNvSpPr/>
          <p:nvPr/>
        </p:nvSpPr>
        <p:spPr>
          <a:xfrm>
            <a:off x="6347104" y="3681360"/>
            <a:ext cx="477107" cy="24064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확인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1BF5A4B-D73A-3192-A8F8-425AF2BEDE9F}"/>
              </a:ext>
            </a:extLst>
          </p:cNvPr>
          <p:cNvSpPr/>
          <p:nvPr/>
        </p:nvSpPr>
        <p:spPr>
          <a:xfrm>
            <a:off x="6711579" y="3609025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554FD20-793D-5614-0199-0E363CBB5800}"/>
              </a:ext>
            </a:extLst>
          </p:cNvPr>
          <p:cNvSpPr/>
          <p:nvPr/>
        </p:nvSpPr>
        <p:spPr>
          <a:xfrm>
            <a:off x="2268664" y="5731490"/>
            <a:ext cx="277403" cy="2622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4413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171028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Location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location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329857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723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Mypage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Mypage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)&gt;&gt;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집주소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직장주소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나이 업종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직무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휴대폰 번호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산재여부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931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299</Words>
  <Application>Microsoft Office PowerPoint</Application>
  <PresentationFormat>와이드스크린</PresentationFormat>
  <Paragraphs>166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스토리보드 양식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페이지 구성도</dc:title>
  <dc:creator>do yun choi</dc:creator>
  <cp:lastModifiedBy>User</cp:lastModifiedBy>
  <cp:revision>6</cp:revision>
  <dcterms:created xsi:type="dcterms:W3CDTF">2025-11-24T01:38:34Z</dcterms:created>
  <dcterms:modified xsi:type="dcterms:W3CDTF">2025-11-24T07:15:35Z</dcterms:modified>
</cp:coreProperties>
</file>