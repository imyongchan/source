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283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317" r:id="rId30"/>
    <p:sldId id="258" r:id="rId31"/>
    <p:sldId id="318" r:id="rId32"/>
    <p:sldId id="319" r:id="rId33"/>
    <p:sldId id="320" r:id="rId34"/>
    <p:sldId id="321" r:id="rId35"/>
    <p:sldId id="280" r:id="rId36"/>
    <p:sldId id="291" r:id="rId37"/>
    <p:sldId id="299" r:id="rId38"/>
    <p:sldId id="300" r:id="rId39"/>
    <p:sldId id="301" r:id="rId40"/>
    <p:sldId id="305" r:id="rId41"/>
    <p:sldId id="286" r:id="rId42"/>
    <p:sldId id="292" r:id="rId43"/>
    <p:sldId id="287" r:id="rId44"/>
    <p:sldId id="288" r:id="rId45"/>
    <p:sldId id="290" r:id="rId46"/>
    <p:sldId id="293" r:id="rId47"/>
    <p:sldId id="289" r:id="rId48"/>
    <p:sldId id="302" r:id="rId49"/>
    <p:sldId id="264" r:id="rId50"/>
    <p:sldId id="303" r:id="rId51"/>
    <p:sldId id="304" r:id="rId52"/>
    <p:sldId id="314" r:id="rId53"/>
    <p:sldId id="315" r:id="rId54"/>
    <p:sldId id="323" r:id="rId55"/>
    <p:sldId id="322" r:id="rId56"/>
    <p:sldId id="325" r:id="rId57"/>
    <p:sldId id="324" r:id="rId58"/>
    <p:sldId id="297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1011" autoAdjust="0"/>
  </p:normalViewPr>
  <p:slideViewPr>
    <p:cSldViewPr snapToGrid="0">
      <p:cViewPr varScale="1">
        <p:scale>
          <a:sx n="52" d="100"/>
          <a:sy n="52" d="100"/>
        </p:scale>
        <p:origin x="62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874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72296"/>
              </p:ext>
            </p:extLst>
          </p:nvPr>
        </p:nvGraphicFramePr>
        <p:xfrm>
          <a:off x="351394" y="2687320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74192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graphicFrame>
        <p:nvGraphicFramePr>
          <p:cNvPr id="3" name="표 57">
            <a:extLst>
              <a:ext uri="{FF2B5EF4-FFF2-40B4-BE49-F238E27FC236}">
                <a16:creationId xmlns:a16="http://schemas.microsoft.com/office/drawing/2014/main" id="{259FD06B-23EF-0599-4590-327A5C86C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754310"/>
              </p:ext>
            </p:extLst>
          </p:nvPr>
        </p:nvGraphicFramePr>
        <p:xfrm>
          <a:off x="238125" y="3002942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56320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547521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썸네일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(21~23)3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년의 정보를 가져온다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 현황 분석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89198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070155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35105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28790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35334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527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맞춤 통계 분석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안전교육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90921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119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615439"/>
              </p:ext>
            </p:extLst>
          </p:nvPr>
        </p:nvGraphicFramePr>
        <p:xfrm>
          <a:off x="8603672" y="1180081"/>
          <a:ext cx="3588327" cy="5692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78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12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586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978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068967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주소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주소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5181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2451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5035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3476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92212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7203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603022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주소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생년월일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주소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5" y="2730638"/>
            <a:ext cx="9476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3032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360950"/>
              </p:ext>
            </p:extLst>
          </p:nvPr>
        </p:nvGraphicFramePr>
        <p:xfrm>
          <a:off x="8603672" y="1180083"/>
          <a:ext cx="3588327" cy="5690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9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546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9290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669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74136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867898"/>
              </p:ext>
            </p:extLst>
          </p:nvPr>
        </p:nvGraphicFramePr>
        <p:xfrm>
          <a:off x="8603672" y="1180083"/>
          <a:ext cx="3588327" cy="623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질병 텍스트가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되고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발생형태 텍스트가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모두를 선택시에는 둘 다 입력해야 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81462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68716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81462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31696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32318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30231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 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31696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81462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78532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74D1D3-04FB-44D7-9B5D-07DCB85EF524}"/>
              </a:ext>
            </a:extLst>
          </p:cNvPr>
          <p:cNvSpPr txBox="1"/>
          <p:nvPr/>
        </p:nvSpPr>
        <p:spPr>
          <a:xfrm>
            <a:off x="3772490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모두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2E5DAE2-EA55-47D3-BF46-1B80185F281B}"/>
              </a:ext>
            </a:extLst>
          </p:cNvPr>
          <p:cNvSpPr/>
          <p:nvPr/>
        </p:nvSpPr>
        <p:spPr>
          <a:xfrm>
            <a:off x="4317178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183B684B-0E6A-4EDB-A38B-D6C2CDECB9CA}"/>
              </a:ext>
            </a:extLst>
          </p:cNvPr>
          <p:cNvSpPr/>
          <p:nvPr/>
        </p:nvSpPr>
        <p:spPr>
          <a:xfrm>
            <a:off x="1528194" y="503164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B15B32D-1D50-4498-82C5-447EFD06662F}"/>
              </a:ext>
            </a:extLst>
          </p:cNvPr>
          <p:cNvSpPr/>
          <p:nvPr/>
        </p:nvSpPr>
        <p:spPr>
          <a:xfrm>
            <a:off x="2281543" y="29906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CC3E69-3BD3-41C2-A50A-66D37AAE957D}"/>
              </a:ext>
            </a:extLst>
          </p:cNvPr>
          <p:cNvSpPr txBox="1"/>
          <p:nvPr/>
        </p:nvSpPr>
        <p:spPr>
          <a:xfrm>
            <a:off x="1351916" y="299068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 별칭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65385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41386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89154"/>
              </p:ext>
            </p:extLst>
          </p:nvPr>
        </p:nvGraphicFramePr>
        <p:xfrm>
          <a:off x="8603672" y="1180080"/>
          <a:ext cx="3588327" cy="6149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간단 내용은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LLM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비동기로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8421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63174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80602"/>
              </p:ext>
            </p:extLst>
          </p:nvPr>
        </p:nvGraphicFramePr>
        <p:xfrm>
          <a:off x="8603672" y="1180081"/>
          <a:ext cx="3588327" cy="5316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910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산재리스트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Join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해서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 프로필 명시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정보선택을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클릭할때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산재 닉네임을 선택 시 산재 정보 표시하고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분석기간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관련 통계 집계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128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122FFAF-E532-0FA7-2D39-ACC91267F496}"/>
              </a:ext>
            </a:extLst>
          </p:cNvPr>
          <p:cNvSpPr/>
          <p:nvPr/>
        </p:nvSpPr>
        <p:spPr>
          <a:xfrm>
            <a:off x="6673212" y="2364788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정보 선택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F51771-E44A-953D-0C91-B6EE8EF0AC9C}"/>
              </a:ext>
            </a:extLst>
          </p:cNvPr>
          <p:cNvSpPr/>
          <p:nvPr/>
        </p:nvSpPr>
        <p:spPr>
          <a:xfrm>
            <a:off x="6502952" y="2244942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AD9B29-D813-20EE-3223-5ABEFF00E57D}"/>
              </a:ext>
            </a:extLst>
          </p:cNvPr>
          <p:cNvSpPr/>
          <p:nvPr/>
        </p:nvSpPr>
        <p:spPr>
          <a:xfrm>
            <a:off x="7014888" y="1324407"/>
            <a:ext cx="1258932" cy="11024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별칭 </a:t>
            </a:r>
            <a:r>
              <a:rPr lang="en-US" altLang="ko-KR" sz="110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별칭 </a:t>
            </a:r>
            <a:r>
              <a:rPr lang="en-US" altLang="ko-KR" sz="1100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별칭 </a:t>
            </a:r>
            <a:r>
              <a:rPr lang="en-US" altLang="ko-KR" sz="1100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…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7588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333200"/>
              </p:ext>
            </p:extLst>
          </p:nvPr>
        </p:nvGraphicFramePr>
        <p:xfrm>
          <a:off x="8603672" y="1180081"/>
          <a:ext cx="3588327" cy="58372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보면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년도별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통계분석 가능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D0C3FE3-BB76-E61C-C52C-1978DD221B9E}"/>
              </a:ext>
            </a:extLst>
          </p:cNvPr>
          <p:cNvSpPr/>
          <p:nvPr/>
        </p:nvSpPr>
        <p:spPr>
          <a:xfrm>
            <a:off x="6592551" y="2345429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정보 선택 </a:t>
            </a:r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7730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30425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0853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86075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3032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94559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149170995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1424111" y="61636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6808957" y="2764856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7168049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800507469"/>
              </p:ext>
            </p:extLst>
          </p:nvPr>
        </p:nvGraphicFramePr>
        <p:xfrm>
          <a:off x="8603672" y="1180080"/>
          <a:ext cx="3588325" cy="686392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썸네일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383600" y="39501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17593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자료 </a:t>
            </a:r>
            <a:r>
              <a:rPr lang="ko-KR" altLang="en-US" b="1" dirty="0"/>
              <a:t>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64769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584660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연관 컨텐츠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썸네일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41746" y="2458157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연관 컨텐츠</a:t>
            </a:r>
            <a:endParaRPr lang="ko-KR" altLang="en-US" b="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62517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4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410958" y="2712121"/>
            <a:ext cx="1278585" cy="11024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정보 목록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산재 </a:t>
            </a:r>
            <a:r>
              <a:rPr lang="en-US" altLang="ko-KR" sz="110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산재 </a:t>
            </a:r>
            <a:r>
              <a:rPr lang="en-US" altLang="ko-KR" sz="1100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산재 </a:t>
            </a:r>
            <a:r>
              <a:rPr lang="en-US" altLang="ko-KR" sz="1100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산재 </a:t>
            </a:r>
            <a:r>
              <a:rPr lang="en-US" altLang="ko-KR" sz="1100" dirty="0">
                <a:solidFill>
                  <a:schemeClr val="tx1"/>
                </a:solidFill>
              </a:rPr>
              <a:t>4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6245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62787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체크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605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55195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7897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326681"/>
            <a:ext cx="7921373" cy="27595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en-US" altLang="ko-KR" sz="1200" b="0">
                <a:solidFill>
                  <a:schemeClr val="tx1"/>
                </a:solidFill>
              </a:rPr>
              <a:t>Kakao </a:t>
            </a:r>
            <a:r>
              <a:rPr lang="ko-KR" altLang="en-US" sz="1200" b="0">
                <a:solidFill>
                  <a:schemeClr val="tx1"/>
                </a:solidFill>
              </a:rPr>
              <a:t>지도 </a:t>
            </a:r>
            <a:r>
              <a:rPr lang="en-US" altLang="ko-KR" sz="1200" b="0">
                <a:solidFill>
                  <a:schemeClr val="tx1"/>
                </a:solidFill>
              </a:rPr>
              <a:t>API</a:t>
            </a:r>
            <a:r>
              <a:rPr lang="ko-KR" altLang="en-US" sz="1200" b="0">
                <a:solidFill>
                  <a:schemeClr val="tx1"/>
                </a:solidFill>
              </a:rPr>
              <a:t>를 활용하여 해당 산재 지정 의료기관 위치를 마커 표시</a:t>
            </a:r>
            <a:endParaRPr lang="en-US" altLang="ko-KR" sz="1200" b="0">
              <a:solidFill>
                <a:schemeClr val="tx1"/>
              </a:solidFill>
            </a:endParaRPr>
          </a:p>
          <a:p>
            <a:pPr latinLnBrk="1"/>
            <a:r>
              <a:rPr lang="ko-KR" altLang="en-US" sz="1200" b="0">
                <a:solidFill>
                  <a:schemeClr val="tx1"/>
                </a:solidFill>
              </a:rPr>
              <a:t>줌 레벨 만들어보면서 체크</a:t>
            </a:r>
            <a:endParaRPr lang="ko-KR" altLang="en-US" sz="1200" b="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246337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272138"/>
              </p:ext>
            </p:extLst>
          </p:nvPr>
        </p:nvGraphicFramePr>
        <p:xfrm>
          <a:off x="8603672" y="1180080"/>
          <a:ext cx="3588327" cy="6197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띄우고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한번더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인지 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28526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340642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394899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23462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242577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361691" y="5871614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222725" y="5687518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4DABA-A602-44B5-B093-8E8983803FAA}"/>
              </a:ext>
            </a:extLst>
          </p:cNvPr>
          <p:cNvSpPr/>
          <p:nvPr/>
        </p:nvSpPr>
        <p:spPr>
          <a:xfrm>
            <a:off x="423186" y="4526367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FF39268-2150-494F-B6A5-6FE11F66A6F9}"/>
              </a:ext>
            </a:extLst>
          </p:cNvPr>
          <p:cNvSpPr/>
          <p:nvPr/>
        </p:nvSpPr>
        <p:spPr>
          <a:xfrm>
            <a:off x="2572088" y="5318620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408660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08885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743073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3187" y="2199362"/>
            <a:ext cx="792137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005259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47592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324827" y="2522172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42000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637242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수정되었습니다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.alert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창 하나 띄우고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22288" y="2312874"/>
            <a:ext cx="7921374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347819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436794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701990" y="3118771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236214" y="487274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15309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240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082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8196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0292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46185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57626"/>
              </p:ext>
            </p:extLst>
          </p:nvPr>
        </p:nvGraphicFramePr>
        <p:xfrm>
          <a:off x="2108199" y="4098303"/>
          <a:ext cx="6203951" cy="159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154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604130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772331">
                  <a:extLst>
                    <a:ext uri="{9D8B030D-6E8A-4147-A177-3AD203B41FA5}">
                      <a16:colId xmlns:a16="http://schemas.microsoft.com/office/drawing/2014/main" val="1300920205"/>
                    </a:ext>
                  </a:extLst>
                </a:gridCol>
                <a:gridCol w="1098149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669605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721696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208260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No.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회원명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1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2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발생형태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질병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발생일자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사고지역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출판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인쇄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 err="1"/>
                        <a:t>제본업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2023-11-01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3091EE4C-4CE9-4ED1-ACA7-51708CFCA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007" y="2909510"/>
            <a:ext cx="3696216" cy="24768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952075" y="387153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916711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8531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939568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필터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287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1890</TotalTime>
  <Words>4797</Words>
  <Application>Microsoft Office PowerPoint</Application>
  <PresentationFormat>와이드스크린</PresentationFormat>
  <Paragraphs>1811</Paragraphs>
  <Slides>58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4" baseType="lpstr">
      <vt:lpstr>ui-sans-serif</vt:lpstr>
      <vt:lpstr>맑은 고딕</vt:lpstr>
      <vt:lpstr>맑은 고딕</vt:lpstr>
      <vt:lpstr>Arial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moonseungsin0824@gmail.com</cp:lastModifiedBy>
  <cp:revision>144</cp:revision>
  <dcterms:created xsi:type="dcterms:W3CDTF">2025-11-24T01:38:34Z</dcterms:created>
  <dcterms:modified xsi:type="dcterms:W3CDTF">2025-11-28T08:55:58Z</dcterms:modified>
</cp:coreProperties>
</file>